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480" r:id="rId5"/>
    <p:sldId id="496" r:id="rId6"/>
    <p:sldId id="504" r:id="rId7"/>
    <p:sldId id="505" r:id="rId8"/>
    <p:sldId id="506" r:id="rId9"/>
    <p:sldId id="507" r:id="rId10"/>
    <p:sldId id="483" r:id="rId11"/>
    <p:sldId id="497" r:id="rId12"/>
    <p:sldId id="484" r:id="rId13"/>
    <p:sldId id="485" r:id="rId14"/>
    <p:sldId id="486" r:id="rId15"/>
    <p:sldId id="487" r:id="rId16"/>
    <p:sldId id="488" r:id="rId17"/>
    <p:sldId id="473" r:id="rId18"/>
    <p:sldId id="489" r:id="rId19"/>
    <p:sldId id="491" r:id="rId20"/>
    <p:sldId id="492" r:id="rId21"/>
    <p:sldId id="493" r:id="rId22"/>
    <p:sldId id="494" r:id="rId23"/>
    <p:sldId id="498" r:id="rId24"/>
    <p:sldId id="502" r:id="rId25"/>
    <p:sldId id="499" r:id="rId26"/>
    <p:sldId id="503" r:id="rId27"/>
    <p:sldId id="500" r:id="rId28"/>
  </p:sldIdLst>
  <p:sldSz cx="9144000" cy="5143500" type="screen16x9"/>
  <p:notesSz cx="6858000" cy="9144000"/>
  <p:embeddedFontLst>
    <p:embeddedFont>
      <p:font typeface="Poppins" pitchFamily="2" charset="77"/>
      <p:regular r:id="rId31"/>
      <p:bold r:id="rId32"/>
      <p:italic r:id="rId33"/>
      <p:boldItalic r:id="rId34"/>
    </p:embeddedFont>
  </p:embeddedFontLst>
  <p:custDataLst>
    <p:tags r:id="rId3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yle Guide" id="{E209CB46-B0B7-43DA-B6E6-21DFDD9114E3}">
          <p14:sldIdLst>
            <p14:sldId id="480"/>
            <p14:sldId id="496"/>
            <p14:sldId id="504"/>
          </p14:sldIdLst>
        </p14:section>
        <p14:section name="Slide Templates" id="{4FB18EBE-1BF5-4ED1-B311-B6137D22E092}">
          <p14:sldIdLst>
            <p14:sldId id="505"/>
            <p14:sldId id="506"/>
            <p14:sldId id="507"/>
            <p14:sldId id="483"/>
            <p14:sldId id="497"/>
            <p14:sldId id="484"/>
            <p14:sldId id="485"/>
            <p14:sldId id="486"/>
            <p14:sldId id="487"/>
            <p14:sldId id="488"/>
            <p14:sldId id="473"/>
            <p14:sldId id="489"/>
            <p14:sldId id="491"/>
            <p14:sldId id="492"/>
            <p14:sldId id="493"/>
            <p14:sldId id="494"/>
          </p14:sldIdLst>
        </p14:section>
        <p14:section name="Sample Layouts" id="{544502BE-54D9-4EE4-9B71-815ECE5F62A6}">
          <p14:sldIdLst>
            <p14:sldId id="498"/>
            <p14:sldId id="502"/>
            <p14:sldId id="499"/>
            <p14:sldId id="503"/>
            <p14:sldId id="500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D09DF1-1FB1-3CCC-8ECF-EBF83F27DD46}" name="Harleen Arora" initials="HA" userId="S::harora@aberdeenadv.com::0af0f89f-3ff6-4df5-af56-5a62bef4e58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0B1"/>
    <a:srgbClr val="FFFFFF"/>
    <a:srgbClr val="09375F"/>
    <a:srgbClr val="636363"/>
    <a:srgbClr val="00B3B2"/>
    <a:srgbClr val="000000"/>
    <a:srgbClr val="0082C6"/>
    <a:srgbClr val="013C42"/>
    <a:srgbClr val="F4A61D"/>
    <a:srgbClr val="E4E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3"/>
  </p:normalViewPr>
  <p:slideViewPr>
    <p:cSldViewPr snapToGrid="0">
      <p:cViewPr varScale="1">
        <p:scale>
          <a:sx n="148" d="100"/>
          <a:sy n="148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n Henn" userId="6d0b96d3-c45f-4784-940f-fb4a6b322f63" providerId="ADAL" clId="{8581DF1F-063A-5110-A2DD-467826383473}"/>
    <pc:docChg chg="custSel modSld">
      <pc:chgData name="Erin Henn" userId="6d0b96d3-c45f-4784-940f-fb4a6b322f63" providerId="ADAL" clId="{8581DF1F-063A-5110-A2DD-467826383473}" dt="2026-01-22T19:02:03.494" v="45" actId="21"/>
      <pc:docMkLst>
        <pc:docMk/>
      </pc:docMkLst>
      <pc:sldChg chg="addSp delSp modSp mod">
        <pc:chgData name="Erin Henn" userId="6d0b96d3-c45f-4784-940f-fb4a6b322f63" providerId="ADAL" clId="{8581DF1F-063A-5110-A2DD-467826383473}" dt="2026-01-22T19:02:03.494" v="45" actId="21"/>
        <pc:sldMkLst>
          <pc:docMk/>
          <pc:sldMk cId="4097356618" sldId="487"/>
        </pc:sldMkLst>
        <pc:spChg chg="add del mod">
          <ac:chgData name="Erin Henn" userId="6d0b96d3-c45f-4784-940f-fb4a6b322f63" providerId="ADAL" clId="{8581DF1F-063A-5110-A2DD-467826383473}" dt="2026-01-22T19:02:03.494" v="45" actId="21"/>
          <ac:spMkLst>
            <pc:docMk/>
            <pc:sldMk cId="4097356618" sldId="487"/>
            <ac:spMk id="4" creationId="{02C5AB35-A821-5D09-E49A-68184FF9FD6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8BFD05-FB45-8C91-FC1C-73CA8D6E91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58F7E8-0C74-1708-E997-41CE15113F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96FF6-7E9A-437C-BE35-4542177A6A75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20A2F-1101-A2DE-ADA4-B4F2B81256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2192F-AE85-A31B-FF84-7D1427B6A6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A3DC2-1170-4EC5-965B-E0F2399D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7685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DEB2F043-F88A-452A-9E65-1A8B84B43E5F}" type="datetimeFigureOut">
              <a:rPr lang="en-IN" smtClean="0"/>
              <a:pPr/>
              <a:t>22/01/26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C54126C-41AE-4588-8112-508A675AA7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748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4126C-41AE-4588-8112-508A675AA7F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868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5D11-D2B7-8342-F674-5AB3F29E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15155-F335-4116-36B1-6C0422C10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2E700-605A-A660-8681-268CD1B8E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45836-9E5F-5489-CA90-BC8221E29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4126C-41AE-4588-8112-508A675AA7F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970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4126C-41AE-4588-8112-508A675AA7F0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33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52FC0262-0563-2901-53C3-B38059D4593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458049" y="1293093"/>
            <a:ext cx="5940145" cy="553998"/>
          </a:xfrm>
          <a:prstGeom prst="rect">
            <a:avLst/>
          </a:prstGeom>
        </p:spPr>
        <p:txBody>
          <a:bodyPr vert="horz" anchor="b"/>
          <a:lstStyle>
            <a:lvl1pPr algn="l">
              <a:defRPr sz="36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3BF0FFA-704B-59EA-1A80-B8CB63070D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458049" y="1867024"/>
            <a:ext cx="5940145" cy="43088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E7F30698-216A-32AA-DAD9-9A06C65C75B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049" y="2624735"/>
            <a:ext cx="2850110" cy="233910"/>
          </a:xfrm>
        </p:spPr>
        <p:txBody>
          <a:bodyPr tIns="9144" bIns="9144" anchor="b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1B90C72-867C-DFE3-E828-C2557255DD12}"/>
              </a:ext>
            </a:extLst>
          </p:cNvPr>
          <p:cNvGrpSpPr/>
          <p:nvPr userDrawn="1"/>
        </p:nvGrpSpPr>
        <p:grpSpPr>
          <a:xfrm>
            <a:off x="469200" y="3745514"/>
            <a:ext cx="1741808" cy="421631"/>
            <a:chOff x="-2459325" y="909338"/>
            <a:chExt cx="2090498" cy="50603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511F205-3EA2-74F3-8A1E-D15A8B569CA3}"/>
                </a:ext>
              </a:extLst>
            </p:cNvPr>
            <p:cNvSpPr/>
            <p:nvPr/>
          </p:nvSpPr>
          <p:spPr>
            <a:xfrm>
              <a:off x="-1594801" y="1254927"/>
              <a:ext cx="109813" cy="111433"/>
            </a:xfrm>
            <a:custGeom>
              <a:avLst/>
              <a:gdLst>
                <a:gd name="connsiteX0" fmla="*/ 49434 w 109813"/>
                <a:gd name="connsiteY0" fmla="*/ 83233 h 111433"/>
                <a:gd name="connsiteX1" fmla="*/ 83776 w 109813"/>
                <a:gd name="connsiteY1" fmla="*/ -10442 h 111433"/>
                <a:gd name="connsiteX2" fmla="*/ 104142 w 109813"/>
                <a:gd name="connsiteY2" fmla="*/ -10442 h 111433"/>
                <a:gd name="connsiteX3" fmla="*/ 60423 w 109813"/>
                <a:gd name="connsiteY3" fmla="*/ 100991 h 111433"/>
                <a:gd name="connsiteX4" fmla="*/ 38030 w 109813"/>
                <a:gd name="connsiteY4" fmla="*/ 100991 h 111433"/>
                <a:gd name="connsiteX5" fmla="*/ -5671 w 109813"/>
                <a:gd name="connsiteY5" fmla="*/ -10262 h 111433"/>
                <a:gd name="connsiteX6" fmla="*/ 14967 w 109813"/>
                <a:gd name="connsiteY6" fmla="*/ -10262 h 111433"/>
                <a:gd name="connsiteX7" fmla="*/ 49434 w 109813"/>
                <a:gd name="connsiteY7" fmla="*/ 83233 h 11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13" h="111433">
                  <a:moveTo>
                    <a:pt x="49434" y="83233"/>
                  </a:moveTo>
                  <a:lnTo>
                    <a:pt x="83776" y="-10442"/>
                  </a:lnTo>
                  <a:lnTo>
                    <a:pt x="104142" y="-10442"/>
                  </a:lnTo>
                  <a:lnTo>
                    <a:pt x="60423" y="100991"/>
                  </a:lnTo>
                  <a:lnTo>
                    <a:pt x="38030" y="100991"/>
                  </a:lnTo>
                  <a:lnTo>
                    <a:pt x="-5671" y="-10262"/>
                  </a:lnTo>
                  <a:lnTo>
                    <a:pt x="14967" y="-10262"/>
                  </a:lnTo>
                  <a:lnTo>
                    <a:pt x="49434" y="83233"/>
                  </a:lnTo>
                  <a:close/>
                </a:path>
              </a:pathLst>
            </a:custGeom>
            <a:solidFill>
              <a:schemeClr val="bg1"/>
            </a:solidFill>
            <a:ln w="180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1F29A0-806D-1376-16BA-7BAC68AB2A5E}"/>
                </a:ext>
              </a:extLst>
            </p:cNvPr>
            <p:cNvSpPr/>
            <p:nvPr/>
          </p:nvSpPr>
          <p:spPr>
            <a:xfrm rot="19821841">
              <a:off x="-2459325" y="958273"/>
              <a:ext cx="248542" cy="188457"/>
            </a:xfrm>
            <a:custGeom>
              <a:avLst/>
              <a:gdLst>
                <a:gd name="connsiteX0" fmla="*/ -4841 w 248542"/>
                <a:gd name="connsiteY0" fmla="*/ 140058 h 188457"/>
                <a:gd name="connsiteX1" fmla="*/ 243701 w 248542"/>
                <a:gd name="connsiteY1" fmla="*/ -9436 h 188457"/>
                <a:gd name="connsiteX2" fmla="*/ 243290 w 248542"/>
                <a:gd name="connsiteY2" fmla="*/ 70926 h 188457"/>
                <a:gd name="connsiteX3" fmla="*/ 236713 w 248542"/>
                <a:gd name="connsiteY3" fmla="*/ 74863 h 188457"/>
                <a:gd name="connsiteX4" fmla="*/ 63593 w 248542"/>
                <a:gd name="connsiteY4" fmla="*/ 179022 h 188457"/>
                <a:gd name="connsiteX5" fmla="*/ -4841 w 248542"/>
                <a:gd name="connsiteY5" fmla="*/ 140058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42" h="188457">
                  <a:moveTo>
                    <a:pt x="-4841" y="140058"/>
                  </a:moveTo>
                  <a:lnTo>
                    <a:pt x="243701" y="-9436"/>
                  </a:lnTo>
                  <a:lnTo>
                    <a:pt x="243290" y="70926"/>
                  </a:lnTo>
                  <a:lnTo>
                    <a:pt x="236713" y="74863"/>
                  </a:lnTo>
                  <a:lnTo>
                    <a:pt x="63593" y="179022"/>
                  </a:lnTo>
                  <a:lnTo>
                    <a:pt x="-4841" y="140058"/>
                  </a:lnTo>
                  <a:close/>
                </a:path>
              </a:pathLst>
            </a:custGeom>
            <a:solidFill>
              <a:srgbClr val="00B3B2"/>
            </a:solidFill>
            <a:ln w="368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2831CC-8610-2CB4-5A7F-DF4B9C7AEDDE}"/>
                </a:ext>
              </a:extLst>
            </p:cNvPr>
            <p:cNvSpPr/>
            <p:nvPr/>
          </p:nvSpPr>
          <p:spPr>
            <a:xfrm rot="1712540">
              <a:off x="-2259001" y="948985"/>
              <a:ext cx="242434" cy="288023"/>
            </a:xfrm>
            <a:custGeom>
              <a:avLst/>
              <a:gdLst>
                <a:gd name="connsiteX0" fmla="*/ -2745 w 242434"/>
                <a:gd name="connsiteY0" fmla="*/ 276391 h 288023"/>
                <a:gd name="connsiteX1" fmla="*/ -2745 w 242434"/>
                <a:gd name="connsiteY1" fmla="*/ -11633 h 288023"/>
                <a:gd name="connsiteX2" fmla="*/ 239690 w 242434"/>
                <a:gd name="connsiteY2" fmla="*/ 144627 h 288023"/>
                <a:gd name="connsiteX3" fmla="*/ 181163 w 242434"/>
                <a:gd name="connsiteY3" fmla="*/ 176102 h 288023"/>
                <a:gd name="connsiteX4" fmla="*/ 151465 w 242434"/>
                <a:gd name="connsiteY4" fmla="*/ 157449 h 288023"/>
                <a:gd name="connsiteX5" fmla="*/ 55754 w 242434"/>
                <a:gd name="connsiteY5" fmla="*/ 209922 h 288023"/>
                <a:gd name="connsiteX6" fmla="*/ 55754 w 242434"/>
                <a:gd name="connsiteY6" fmla="*/ 244905 h 288023"/>
                <a:gd name="connsiteX7" fmla="*/ -2745 w 242434"/>
                <a:gd name="connsiteY7" fmla="*/ 276391 h 288023"/>
                <a:gd name="connsiteX8" fmla="*/ 55754 w 242434"/>
                <a:gd name="connsiteY8" fmla="*/ 95649 h 288023"/>
                <a:gd name="connsiteX9" fmla="*/ 55754 w 242434"/>
                <a:gd name="connsiteY9" fmla="*/ 171444 h 288023"/>
                <a:gd name="connsiteX10" fmla="*/ 119153 w 242434"/>
                <a:gd name="connsiteY10" fmla="*/ 136462 h 288023"/>
                <a:gd name="connsiteX11" fmla="*/ 55754 w 242434"/>
                <a:gd name="connsiteY11" fmla="*/ 95649 h 28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434" h="288023">
                  <a:moveTo>
                    <a:pt x="-2745" y="276391"/>
                  </a:moveTo>
                  <a:lnTo>
                    <a:pt x="-2745" y="-11633"/>
                  </a:lnTo>
                  <a:lnTo>
                    <a:pt x="239690" y="144627"/>
                  </a:lnTo>
                  <a:lnTo>
                    <a:pt x="181163" y="176102"/>
                  </a:lnTo>
                  <a:lnTo>
                    <a:pt x="151465" y="157449"/>
                  </a:lnTo>
                  <a:lnTo>
                    <a:pt x="55754" y="209922"/>
                  </a:lnTo>
                  <a:lnTo>
                    <a:pt x="55754" y="244905"/>
                  </a:lnTo>
                  <a:lnTo>
                    <a:pt x="-2745" y="276391"/>
                  </a:lnTo>
                  <a:close/>
                  <a:moveTo>
                    <a:pt x="55754" y="95649"/>
                  </a:moveTo>
                  <a:lnTo>
                    <a:pt x="55754" y="171444"/>
                  </a:lnTo>
                  <a:lnTo>
                    <a:pt x="119153" y="136462"/>
                  </a:lnTo>
                  <a:lnTo>
                    <a:pt x="55754" y="95649"/>
                  </a:lnTo>
                  <a:close/>
                </a:path>
              </a:pathLst>
            </a:custGeom>
            <a:solidFill>
              <a:schemeClr val="bg1"/>
            </a:solidFill>
            <a:ln w="815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7DCFE28-1905-650A-625C-A19A4CE6E32F}"/>
                </a:ext>
              </a:extLst>
            </p:cNvPr>
            <p:cNvSpPr/>
            <p:nvPr/>
          </p:nvSpPr>
          <p:spPr>
            <a:xfrm>
              <a:off x="-1995178" y="909338"/>
              <a:ext cx="200128" cy="254152"/>
            </a:xfrm>
            <a:custGeom>
              <a:avLst/>
              <a:gdLst>
                <a:gd name="connsiteX0" fmla="*/ 56742 w 200128"/>
                <a:gd name="connsiteY0" fmla="*/ 84973 h 254152"/>
                <a:gd name="connsiteX1" fmla="*/ 80187 w 200128"/>
                <a:gd name="connsiteY1" fmla="*/ 63567 h 254152"/>
                <a:gd name="connsiteX2" fmla="*/ 115184 w 200128"/>
                <a:gd name="connsiteY2" fmla="*/ 55411 h 254152"/>
                <a:gd name="connsiteX3" fmla="*/ 157655 w 200128"/>
                <a:gd name="connsiteY3" fmla="*/ 67303 h 254152"/>
                <a:gd name="connsiteX4" fmla="*/ 187725 w 200128"/>
                <a:gd name="connsiteY4" fmla="*/ 101281 h 254152"/>
                <a:gd name="connsiteX5" fmla="*/ 198769 w 200128"/>
                <a:gd name="connsiteY5" fmla="*/ 152589 h 254152"/>
                <a:gd name="connsiteX6" fmla="*/ 187725 w 200128"/>
                <a:gd name="connsiteY6" fmla="*/ 204065 h 254152"/>
                <a:gd name="connsiteX7" fmla="*/ 157655 w 200128"/>
                <a:gd name="connsiteY7" fmla="*/ 238380 h 254152"/>
                <a:gd name="connsiteX8" fmla="*/ 115184 w 200128"/>
                <a:gd name="connsiteY8" fmla="*/ 250443 h 254152"/>
                <a:gd name="connsiteX9" fmla="*/ 80187 w 200128"/>
                <a:gd name="connsiteY9" fmla="*/ 242459 h 254152"/>
                <a:gd name="connsiteX10" fmla="*/ 56742 w 200128"/>
                <a:gd name="connsiteY10" fmla="*/ 221221 h 254152"/>
                <a:gd name="connsiteX11" fmla="*/ 56742 w 200128"/>
                <a:gd name="connsiteY11" fmla="*/ 247725 h 254152"/>
                <a:gd name="connsiteX12" fmla="*/ -1359 w 200128"/>
                <a:gd name="connsiteY12" fmla="*/ 247725 h 254152"/>
                <a:gd name="connsiteX13" fmla="*/ -1359 w 200128"/>
                <a:gd name="connsiteY13" fmla="*/ -3709 h 254152"/>
                <a:gd name="connsiteX14" fmla="*/ 56742 w 200128"/>
                <a:gd name="connsiteY14" fmla="*/ -3709 h 254152"/>
                <a:gd name="connsiteX15" fmla="*/ 56742 w 200128"/>
                <a:gd name="connsiteY15" fmla="*/ 84973 h 254152"/>
                <a:gd name="connsiteX16" fmla="*/ 139648 w 200128"/>
                <a:gd name="connsiteY16" fmla="*/ 152589 h 254152"/>
                <a:gd name="connsiteX17" fmla="*/ 127585 w 200128"/>
                <a:gd name="connsiteY17" fmla="*/ 118440 h 254152"/>
                <a:gd name="connsiteX18" fmla="*/ 97854 w 200128"/>
                <a:gd name="connsiteY18" fmla="*/ 106039 h 254152"/>
                <a:gd name="connsiteX19" fmla="*/ 68463 w 200128"/>
                <a:gd name="connsiteY19" fmla="*/ 118611 h 254152"/>
                <a:gd name="connsiteX20" fmla="*/ 56403 w 200128"/>
                <a:gd name="connsiteY20" fmla="*/ 152928 h 254152"/>
                <a:gd name="connsiteX21" fmla="*/ 68463 w 200128"/>
                <a:gd name="connsiteY21" fmla="*/ 187246 h 254152"/>
                <a:gd name="connsiteX22" fmla="*/ 97854 w 200128"/>
                <a:gd name="connsiteY22" fmla="*/ 199817 h 254152"/>
                <a:gd name="connsiteX23" fmla="*/ 127416 w 200128"/>
                <a:gd name="connsiteY23" fmla="*/ 187075 h 254152"/>
                <a:gd name="connsiteX24" fmla="*/ 139648 w 200128"/>
                <a:gd name="connsiteY24" fmla="*/ 152589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56742" y="84973"/>
                  </a:moveTo>
                  <a:cubicBezTo>
                    <a:pt x="62178" y="76138"/>
                    <a:pt x="69993" y="69002"/>
                    <a:pt x="80187" y="63567"/>
                  </a:cubicBezTo>
                  <a:cubicBezTo>
                    <a:pt x="90381" y="58131"/>
                    <a:pt x="102045" y="55411"/>
                    <a:pt x="115184" y="55411"/>
                  </a:cubicBezTo>
                  <a:cubicBezTo>
                    <a:pt x="130813" y="55411"/>
                    <a:pt x="144969" y="59376"/>
                    <a:pt x="157655" y="67303"/>
                  </a:cubicBezTo>
                  <a:cubicBezTo>
                    <a:pt x="170340" y="75233"/>
                    <a:pt x="180363" y="86557"/>
                    <a:pt x="187725" y="101281"/>
                  </a:cubicBezTo>
                  <a:cubicBezTo>
                    <a:pt x="195087" y="116005"/>
                    <a:pt x="198769" y="133107"/>
                    <a:pt x="198769" y="152589"/>
                  </a:cubicBezTo>
                  <a:cubicBezTo>
                    <a:pt x="198769" y="172068"/>
                    <a:pt x="195087" y="189227"/>
                    <a:pt x="187725" y="204065"/>
                  </a:cubicBezTo>
                  <a:cubicBezTo>
                    <a:pt x="180363" y="218900"/>
                    <a:pt x="170340" y="230339"/>
                    <a:pt x="157655" y="238380"/>
                  </a:cubicBezTo>
                  <a:cubicBezTo>
                    <a:pt x="144969" y="246421"/>
                    <a:pt x="130813" y="250443"/>
                    <a:pt x="115184" y="250443"/>
                  </a:cubicBezTo>
                  <a:cubicBezTo>
                    <a:pt x="101819" y="250443"/>
                    <a:pt x="90153" y="247782"/>
                    <a:pt x="80187" y="242459"/>
                  </a:cubicBezTo>
                  <a:cubicBezTo>
                    <a:pt x="70219" y="237135"/>
                    <a:pt x="62403" y="230056"/>
                    <a:pt x="56742" y="221221"/>
                  </a:cubicBezTo>
                  <a:lnTo>
                    <a:pt x="56742" y="247725"/>
                  </a:lnTo>
                  <a:lnTo>
                    <a:pt x="-1359" y="247725"/>
                  </a:lnTo>
                  <a:lnTo>
                    <a:pt x="-1359" y="-3709"/>
                  </a:lnTo>
                  <a:lnTo>
                    <a:pt x="56742" y="-3709"/>
                  </a:lnTo>
                  <a:lnTo>
                    <a:pt x="56742" y="84973"/>
                  </a:lnTo>
                  <a:close/>
                  <a:moveTo>
                    <a:pt x="139648" y="152589"/>
                  </a:moveTo>
                  <a:cubicBezTo>
                    <a:pt x="139648" y="138091"/>
                    <a:pt x="135626" y="126709"/>
                    <a:pt x="127585" y="118440"/>
                  </a:cubicBezTo>
                  <a:cubicBezTo>
                    <a:pt x="119543" y="110173"/>
                    <a:pt x="109632" y="106039"/>
                    <a:pt x="97854" y="106039"/>
                  </a:cubicBezTo>
                  <a:cubicBezTo>
                    <a:pt x="86302" y="106039"/>
                    <a:pt x="76505" y="110230"/>
                    <a:pt x="68463" y="118611"/>
                  </a:cubicBezTo>
                  <a:cubicBezTo>
                    <a:pt x="60422" y="126992"/>
                    <a:pt x="56403" y="138430"/>
                    <a:pt x="56403" y="152928"/>
                  </a:cubicBezTo>
                  <a:cubicBezTo>
                    <a:pt x="56403" y="167424"/>
                    <a:pt x="60422" y="178862"/>
                    <a:pt x="68463" y="187246"/>
                  </a:cubicBezTo>
                  <a:cubicBezTo>
                    <a:pt x="76505" y="195627"/>
                    <a:pt x="86302" y="199817"/>
                    <a:pt x="97854" y="199817"/>
                  </a:cubicBezTo>
                  <a:cubicBezTo>
                    <a:pt x="109407" y="199817"/>
                    <a:pt x="119261" y="195570"/>
                    <a:pt x="127416" y="187075"/>
                  </a:cubicBezTo>
                  <a:cubicBezTo>
                    <a:pt x="135569" y="178580"/>
                    <a:pt x="139648" y="167084"/>
                    <a:pt x="139648" y="15258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59243DF-B1BD-5775-D84E-25E871BFE2C3}"/>
                </a:ext>
              </a:extLst>
            </p:cNvPr>
            <p:cNvSpPr/>
            <p:nvPr/>
          </p:nvSpPr>
          <p:spPr>
            <a:xfrm>
              <a:off x="-1741943" y="968459"/>
              <a:ext cx="190274" cy="195031"/>
            </a:xfrm>
            <a:custGeom>
              <a:avLst/>
              <a:gdLst>
                <a:gd name="connsiteX0" fmla="*/ 188078 w 190274"/>
                <a:gd name="connsiteY0" fmla="*/ 90645 h 195031"/>
                <a:gd name="connsiteX1" fmla="*/ 187059 w 190274"/>
                <a:gd name="connsiteY1" fmla="*/ 107635 h 195031"/>
                <a:gd name="connsiteX2" fmla="*/ 55566 w 190274"/>
                <a:gd name="connsiteY2" fmla="*/ 107635 h 195031"/>
                <a:gd name="connsiteX3" fmla="*/ 66948 w 190274"/>
                <a:gd name="connsiteY3" fmla="*/ 134648 h 195031"/>
                <a:gd name="connsiteX4" fmla="*/ 91582 w 190274"/>
                <a:gd name="connsiteY4" fmla="*/ 143991 h 195031"/>
                <a:gd name="connsiteX5" fmla="*/ 121821 w 190274"/>
                <a:gd name="connsiteY5" fmla="*/ 125642 h 195031"/>
                <a:gd name="connsiteX6" fmla="*/ 183660 w 190274"/>
                <a:gd name="connsiteY6" fmla="*/ 125642 h 195031"/>
                <a:gd name="connsiteX7" fmla="*/ 166503 w 190274"/>
                <a:gd name="connsiteY7" fmla="*/ 159280 h 195031"/>
                <a:gd name="connsiteX8" fmla="*/ 135412 w 190274"/>
                <a:gd name="connsiteY8" fmla="*/ 182724 h 195031"/>
                <a:gd name="connsiteX9" fmla="*/ 93621 w 190274"/>
                <a:gd name="connsiteY9" fmla="*/ 191219 h 195031"/>
                <a:gd name="connsiteX10" fmla="*/ 44014 w 190274"/>
                <a:gd name="connsiteY10" fmla="*/ 179327 h 195031"/>
                <a:gd name="connsiteX11" fmla="*/ 10036 w 190274"/>
                <a:gd name="connsiteY11" fmla="*/ 145350 h 195031"/>
                <a:gd name="connsiteX12" fmla="*/ -2196 w 190274"/>
                <a:gd name="connsiteY12" fmla="*/ 93705 h 195031"/>
                <a:gd name="connsiteX13" fmla="*/ 9865 w 190274"/>
                <a:gd name="connsiteY13" fmla="*/ 42057 h 195031"/>
                <a:gd name="connsiteX14" fmla="*/ 43674 w 190274"/>
                <a:gd name="connsiteY14" fmla="*/ 8080 h 195031"/>
                <a:gd name="connsiteX15" fmla="*/ 93621 w 190274"/>
                <a:gd name="connsiteY15" fmla="*/ -3812 h 195031"/>
                <a:gd name="connsiteX16" fmla="*/ 142548 w 190274"/>
                <a:gd name="connsiteY16" fmla="*/ 7740 h 195031"/>
                <a:gd name="connsiteX17" fmla="*/ 176015 w 190274"/>
                <a:gd name="connsiteY17" fmla="*/ 40699 h 195031"/>
                <a:gd name="connsiteX18" fmla="*/ 188078 w 190274"/>
                <a:gd name="connsiteY18" fmla="*/ 90645 h 195031"/>
                <a:gd name="connsiteX19" fmla="*/ 128618 w 190274"/>
                <a:gd name="connsiteY19" fmla="*/ 75356 h 195031"/>
                <a:gd name="connsiteX20" fmla="*/ 118424 w 190274"/>
                <a:gd name="connsiteY20" fmla="*/ 51572 h 195031"/>
                <a:gd name="connsiteX21" fmla="*/ 92941 w 190274"/>
                <a:gd name="connsiteY21" fmla="*/ 42737 h 195031"/>
                <a:gd name="connsiteX22" fmla="*/ 68307 w 190274"/>
                <a:gd name="connsiteY22" fmla="*/ 51232 h 195031"/>
                <a:gd name="connsiteX23" fmla="*/ 55906 w 190274"/>
                <a:gd name="connsiteY23" fmla="*/ 75356 h 195031"/>
                <a:gd name="connsiteX24" fmla="*/ 12861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8078" y="90645"/>
                  </a:moveTo>
                  <a:cubicBezTo>
                    <a:pt x="188078" y="96083"/>
                    <a:pt x="187739" y="101746"/>
                    <a:pt x="187059" y="107635"/>
                  </a:cubicBezTo>
                  <a:lnTo>
                    <a:pt x="55566" y="107635"/>
                  </a:lnTo>
                  <a:cubicBezTo>
                    <a:pt x="56471" y="119413"/>
                    <a:pt x="60265" y="128416"/>
                    <a:pt x="66948" y="134648"/>
                  </a:cubicBezTo>
                  <a:cubicBezTo>
                    <a:pt x="73630" y="140876"/>
                    <a:pt x="81843" y="143991"/>
                    <a:pt x="91582" y="143991"/>
                  </a:cubicBezTo>
                  <a:cubicBezTo>
                    <a:pt x="106078" y="143991"/>
                    <a:pt x="116158" y="137874"/>
                    <a:pt x="121821" y="125642"/>
                  </a:cubicBezTo>
                  <a:lnTo>
                    <a:pt x="183660" y="125642"/>
                  </a:lnTo>
                  <a:cubicBezTo>
                    <a:pt x="180491" y="138102"/>
                    <a:pt x="174770" y="149314"/>
                    <a:pt x="166503" y="159280"/>
                  </a:cubicBezTo>
                  <a:cubicBezTo>
                    <a:pt x="158234" y="169248"/>
                    <a:pt x="147872" y="177061"/>
                    <a:pt x="135412" y="182724"/>
                  </a:cubicBezTo>
                  <a:cubicBezTo>
                    <a:pt x="122954" y="188388"/>
                    <a:pt x="109024" y="191219"/>
                    <a:pt x="93621" y="191219"/>
                  </a:cubicBezTo>
                  <a:cubicBezTo>
                    <a:pt x="75046" y="191219"/>
                    <a:pt x="58510" y="187255"/>
                    <a:pt x="44014" y="179327"/>
                  </a:cubicBezTo>
                  <a:cubicBezTo>
                    <a:pt x="29516" y="171400"/>
                    <a:pt x="18189" y="160073"/>
                    <a:pt x="10036" y="145350"/>
                  </a:cubicBezTo>
                  <a:cubicBezTo>
                    <a:pt x="1881" y="130626"/>
                    <a:pt x="-2196" y="113410"/>
                    <a:pt x="-2196" y="93705"/>
                  </a:cubicBezTo>
                  <a:cubicBezTo>
                    <a:pt x="-2196" y="73997"/>
                    <a:pt x="1824" y="56781"/>
                    <a:pt x="9865" y="42057"/>
                  </a:cubicBezTo>
                  <a:cubicBezTo>
                    <a:pt x="17906" y="27334"/>
                    <a:pt x="29176" y="16009"/>
                    <a:pt x="43674" y="8080"/>
                  </a:cubicBezTo>
                  <a:cubicBezTo>
                    <a:pt x="58170" y="152"/>
                    <a:pt x="74820" y="-3812"/>
                    <a:pt x="93621" y="-3812"/>
                  </a:cubicBezTo>
                  <a:cubicBezTo>
                    <a:pt x="111967" y="-3812"/>
                    <a:pt x="128278" y="38"/>
                    <a:pt x="142548" y="7740"/>
                  </a:cubicBezTo>
                  <a:cubicBezTo>
                    <a:pt x="156818" y="15442"/>
                    <a:pt x="167974" y="26429"/>
                    <a:pt x="176015" y="40699"/>
                  </a:cubicBezTo>
                  <a:cubicBezTo>
                    <a:pt x="184057" y="54969"/>
                    <a:pt x="188078" y="71619"/>
                    <a:pt x="188078" y="90645"/>
                  </a:cubicBezTo>
                  <a:close/>
                  <a:moveTo>
                    <a:pt x="128618" y="75356"/>
                  </a:moveTo>
                  <a:cubicBezTo>
                    <a:pt x="128618" y="65388"/>
                    <a:pt x="125221" y="57461"/>
                    <a:pt x="118424" y="51572"/>
                  </a:cubicBezTo>
                  <a:cubicBezTo>
                    <a:pt x="111628" y="45683"/>
                    <a:pt x="103135" y="42737"/>
                    <a:pt x="92941" y="42737"/>
                  </a:cubicBezTo>
                  <a:cubicBezTo>
                    <a:pt x="83201" y="42737"/>
                    <a:pt x="74989" y="45569"/>
                    <a:pt x="68307" y="51232"/>
                  </a:cubicBezTo>
                  <a:cubicBezTo>
                    <a:pt x="61624" y="56895"/>
                    <a:pt x="57490" y="64937"/>
                    <a:pt x="55906" y="75356"/>
                  </a:cubicBezTo>
                  <a:lnTo>
                    <a:pt x="12861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8E4523C-4A94-CA28-D16F-BE348D122C2A}"/>
                </a:ext>
              </a:extLst>
            </p:cNvPr>
            <p:cNvSpPr/>
            <p:nvPr/>
          </p:nvSpPr>
          <p:spPr>
            <a:xfrm>
              <a:off x="-1487570" y="969138"/>
              <a:ext cx="117562" cy="191634"/>
            </a:xfrm>
            <a:custGeom>
              <a:avLst/>
              <a:gdLst>
                <a:gd name="connsiteX0" fmla="*/ 55173 w 117562"/>
                <a:gd name="connsiteY0" fmla="*/ 29829 h 191634"/>
                <a:gd name="connsiteX1" fmla="*/ 80656 w 117562"/>
                <a:gd name="connsiteY1" fmla="*/ 5197 h 191634"/>
                <a:gd name="connsiteX2" fmla="*/ 114633 w 117562"/>
                <a:gd name="connsiteY2" fmla="*/ -3809 h 191634"/>
                <a:gd name="connsiteX3" fmla="*/ 114633 w 117562"/>
                <a:gd name="connsiteY3" fmla="*/ 57692 h 191634"/>
                <a:gd name="connsiteX4" fmla="*/ 98662 w 117562"/>
                <a:gd name="connsiteY4" fmla="*/ 57692 h 191634"/>
                <a:gd name="connsiteX5" fmla="*/ 66046 w 117562"/>
                <a:gd name="connsiteY5" fmla="*/ 67035 h 191634"/>
                <a:gd name="connsiteX6" fmla="*/ 55173 w 117562"/>
                <a:gd name="connsiteY6" fmla="*/ 99823 h 191634"/>
                <a:gd name="connsiteX7" fmla="*/ 55173 w 117562"/>
                <a:gd name="connsiteY7" fmla="*/ 187826 h 191634"/>
                <a:gd name="connsiteX8" fmla="*/ -2929 w 117562"/>
                <a:gd name="connsiteY8" fmla="*/ 187826 h 191634"/>
                <a:gd name="connsiteX9" fmla="*/ -2929 w 117562"/>
                <a:gd name="connsiteY9" fmla="*/ -1768 h 191634"/>
                <a:gd name="connsiteX10" fmla="*/ 55173 w 117562"/>
                <a:gd name="connsiteY10" fmla="*/ -1768 h 191634"/>
                <a:gd name="connsiteX11" fmla="*/ 55173 w 117562"/>
                <a:gd name="connsiteY11" fmla="*/ 2982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562" h="191634">
                  <a:moveTo>
                    <a:pt x="55173" y="29829"/>
                  </a:moveTo>
                  <a:cubicBezTo>
                    <a:pt x="61967" y="19410"/>
                    <a:pt x="70462" y="11200"/>
                    <a:pt x="80656" y="5197"/>
                  </a:cubicBezTo>
                  <a:cubicBezTo>
                    <a:pt x="90849" y="-806"/>
                    <a:pt x="102176" y="-3809"/>
                    <a:pt x="114633" y="-3809"/>
                  </a:cubicBezTo>
                  <a:lnTo>
                    <a:pt x="114633" y="57692"/>
                  </a:lnTo>
                  <a:lnTo>
                    <a:pt x="98662" y="57692"/>
                  </a:lnTo>
                  <a:cubicBezTo>
                    <a:pt x="84167" y="57692"/>
                    <a:pt x="73294" y="60807"/>
                    <a:pt x="66046" y="67035"/>
                  </a:cubicBezTo>
                  <a:cubicBezTo>
                    <a:pt x="58795" y="73264"/>
                    <a:pt x="55173" y="84194"/>
                    <a:pt x="55173" y="99823"/>
                  </a:cubicBezTo>
                  <a:lnTo>
                    <a:pt x="55173" y="187826"/>
                  </a:lnTo>
                  <a:lnTo>
                    <a:pt x="-2929" y="187826"/>
                  </a:lnTo>
                  <a:lnTo>
                    <a:pt x="-2929" y="-1768"/>
                  </a:lnTo>
                  <a:lnTo>
                    <a:pt x="55173" y="-1768"/>
                  </a:lnTo>
                  <a:lnTo>
                    <a:pt x="55173" y="29829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AEEBAB0-25FE-18F9-5341-F7E4CCEEF4B2}"/>
                </a:ext>
              </a:extLst>
            </p:cNvPr>
            <p:cNvSpPr/>
            <p:nvPr/>
          </p:nvSpPr>
          <p:spPr>
            <a:xfrm>
              <a:off x="-1317989" y="909338"/>
              <a:ext cx="200128" cy="254152"/>
            </a:xfrm>
            <a:custGeom>
              <a:avLst/>
              <a:gdLst>
                <a:gd name="connsiteX0" fmla="*/ -3629 w 200128"/>
                <a:gd name="connsiteY0" fmla="*/ 152589 h 254152"/>
                <a:gd name="connsiteX1" fmla="*/ 7413 w 200128"/>
                <a:gd name="connsiteY1" fmla="*/ 101281 h 254152"/>
                <a:gd name="connsiteX2" fmla="*/ 37483 w 200128"/>
                <a:gd name="connsiteY2" fmla="*/ 67303 h 254152"/>
                <a:gd name="connsiteX3" fmla="*/ 79956 w 200128"/>
                <a:gd name="connsiteY3" fmla="*/ 55411 h 254152"/>
                <a:gd name="connsiteX4" fmla="*/ 114103 w 200128"/>
                <a:gd name="connsiteY4" fmla="*/ 63227 h 254152"/>
                <a:gd name="connsiteX5" fmla="*/ 138398 w 200128"/>
                <a:gd name="connsiteY5" fmla="*/ 84294 h 254152"/>
                <a:gd name="connsiteX6" fmla="*/ 138398 w 200128"/>
                <a:gd name="connsiteY6" fmla="*/ -3709 h 254152"/>
                <a:gd name="connsiteX7" fmla="*/ 196500 w 200128"/>
                <a:gd name="connsiteY7" fmla="*/ -3709 h 254152"/>
                <a:gd name="connsiteX8" fmla="*/ 196500 w 200128"/>
                <a:gd name="connsiteY8" fmla="*/ 247725 h 254152"/>
                <a:gd name="connsiteX9" fmla="*/ 138398 w 200128"/>
                <a:gd name="connsiteY9" fmla="*/ 247725 h 254152"/>
                <a:gd name="connsiteX10" fmla="*/ 138398 w 200128"/>
                <a:gd name="connsiteY10" fmla="*/ 220542 h 254152"/>
                <a:gd name="connsiteX11" fmla="*/ 115122 w 200128"/>
                <a:gd name="connsiteY11" fmla="*/ 242288 h 254152"/>
                <a:gd name="connsiteX12" fmla="*/ 79956 w 200128"/>
                <a:gd name="connsiteY12" fmla="*/ 250443 h 254152"/>
                <a:gd name="connsiteX13" fmla="*/ 37483 w 200128"/>
                <a:gd name="connsiteY13" fmla="*/ 238380 h 254152"/>
                <a:gd name="connsiteX14" fmla="*/ 7413 w 200128"/>
                <a:gd name="connsiteY14" fmla="*/ 204065 h 254152"/>
                <a:gd name="connsiteX15" fmla="*/ -3629 w 200128"/>
                <a:gd name="connsiteY15" fmla="*/ 152589 h 254152"/>
                <a:gd name="connsiteX16" fmla="*/ 138398 w 200128"/>
                <a:gd name="connsiteY16" fmla="*/ 152928 h 254152"/>
                <a:gd name="connsiteX17" fmla="*/ 126334 w 200128"/>
                <a:gd name="connsiteY17" fmla="*/ 118611 h 254152"/>
                <a:gd name="connsiteX18" fmla="*/ 96944 w 200128"/>
                <a:gd name="connsiteY18" fmla="*/ 106039 h 254152"/>
                <a:gd name="connsiteX19" fmla="*/ 67553 w 200128"/>
                <a:gd name="connsiteY19" fmla="*/ 118440 h 254152"/>
                <a:gd name="connsiteX20" fmla="*/ 55492 w 200128"/>
                <a:gd name="connsiteY20" fmla="*/ 152589 h 254152"/>
                <a:gd name="connsiteX21" fmla="*/ 67553 w 200128"/>
                <a:gd name="connsiteY21" fmla="*/ 187075 h 254152"/>
                <a:gd name="connsiteX22" fmla="*/ 96944 w 200128"/>
                <a:gd name="connsiteY22" fmla="*/ 199817 h 254152"/>
                <a:gd name="connsiteX23" fmla="*/ 126334 w 200128"/>
                <a:gd name="connsiteY23" fmla="*/ 187246 h 254152"/>
                <a:gd name="connsiteX24" fmla="*/ 138398 w 200128"/>
                <a:gd name="connsiteY24" fmla="*/ 152928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-3629" y="152589"/>
                  </a:moveTo>
                  <a:cubicBezTo>
                    <a:pt x="-3629" y="133107"/>
                    <a:pt x="51" y="116005"/>
                    <a:pt x="7413" y="101281"/>
                  </a:cubicBezTo>
                  <a:cubicBezTo>
                    <a:pt x="14775" y="86557"/>
                    <a:pt x="24797" y="75233"/>
                    <a:pt x="37483" y="67303"/>
                  </a:cubicBezTo>
                  <a:cubicBezTo>
                    <a:pt x="50169" y="59376"/>
                    <a:pt x="64325" y="55411"/>
                    <a:pt x="79956" y="55411"/>
                  </a:cubicBezTo>
                  <a:cubicBezTo>
                    <a:pt x="92413" y="55411"/>
                    <a:pt x="103797" y="58017"/>
                    <a:pt x="114103" y="63227"/>
                  </a:cubicBezTo>
                  <a:cubicBezTo>
                    <a:pt x="124410" y="68437"/>
                    <a:pt x="132509" y="75459"/>
                    <a:pt x="138398" y="84294"/>
                  </a:cubicBezTo>
                  <a:lnTo>
                    <a:pt x="138398" y="-3709"/>
                  </a:lnTo>
                  <a:lnTo>
                    <a:pt x="196500" y="-3709"/>
                  </a:lnTo>
                  <a:lnTo>
                    <a:pt x="196500" y="247725"/>
                  </a:lnTo>
                  <a:lnTo>
                    <a:pt x="138398" y="247725"/>
                  </a:lnTo>
                  <a:lnTo>
                    <a:pt x="138398" y="220542"/>
                  </a:lnTo>
                  <a:cubicBezTo>
                    <a:pt x="132960" y="229605"/>
                    <a:pt x="125201" y="236852"/>
                    <a:pt x="115122" y="242288"/>
                  </a:cubicBezTo>
                  <a:cubicBezTo>
                    <a:pt x="105042" y="247725"/>
                    <a:pt x="93319" y="250443"/>
                    <a:pt x="79956" y="250443"/>
                  </a:cubicBezTo>
                  <a:cubicBezTo>
                    <a:pt x="64325" y="250443"/>
                    <a:pt x="50169" y="246421"/>
                    <a:pt x="37483" y="238380"/>
                  </a:cubicBezTo>
                  <a:cubicBezTo>
                    <a:pt x="24797" y="230339"/>
                    <a:pt x="14775" y="218900"/>
                    <a:pt x="7413" y="204065"/>
                  </a:cubicBezTo>
                  <a:cubicBezTo>
                    <a:pt x="51" y="189227"/>
                    <a:pt x="-3629" y="172068"/>
                    <a:pt x="-3629" y="152589"/>
                  </a:cubicBezTo>
                  <a:close/>
                  <a:moveTo>
                    <a:pt x="138398" y="152928"/>
                  </a:moveTo>
                  <a:cubicBezTo>
                    <a:pt x="138398" y="138430"/>
                    <a:pt x="134376" y="126992"/>
                    <a:pt x="126334" y="118611"/>
                  </a:cubicBezTo>
                  <a:cubicBezTo>
                    <a:pt x="118293" y="110230"/>
                    <a:pt x="108496" y="106039"/>
                    <a:pt x="96944" y="106039"/>
                  </a:cubicBezTo>
                  <a:cubicBezTo>
                    <a:pt x="85391" y="106039"/>
                    <a:pt x="75594" y="110173"/>
                    <a:pt x="67553" y="118440"/>
                  </a:cubicBezTo>
                  <a:cubicBezTo>
                    <a:pt x="59512" y="126709"/>
                    <a:pt x="55492" y="138091"/>
                    <a:pt x="55492" y="152589"/>
                  </a:cubicBezTo>
                  <a:cubicBezTo>
                    <a:pt x="55492" y="167084"/>
                    <a:pt x="59512" y="178580"/>
                    <a:pt x="67553" y="187075"/>
                  </a:cubicBezTo>
                  <a:cubicBezTo>
                    <a:pt x="75594" y="195570"/>
                    <a:pt x="85391" y="199817"/>
                    <a:pt x="96944" y="199817"/>
                  </a:cubicBezTo>
                  <a:cubicBezTo>
                    <a:pt x="108496" y="199817"/>
                    <a:pt x="118293" y="195627"/>
                    <a:pt x="126334" y="187246"/>
                  </a:cubicBezTo>
                  <a:cubicBezTo>
                    <a:pt x="134376" y="178862"/>
                    <a:pt x="138398" y="167424"/>
                    <a:pt x="138398" y="152928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C17FB4C-FF70-42AA-C4A8-96237B30706E}"/>
                </a:ext>
              </a:extLst>
            </p:cNvPr>
            <p:cNvSpPr/>
            <p:nvPr/>
          </p:nvSpPr>
          <p:spPr>
            <a:xfrm>
              <a:off x="-1055392" y="968459"/>
              <a:ext cx="190274" cy="195031"/>
            </a:xfrm>
            <a:custGeom>
              <a:avLst/>
              <a:gdLst>
                <a:gd name="connsiteX0" fmla="*/ 185768 w 190274"/>
                <a:gd name="connsiteY0" fmla="*/ 90645 h 195031"/>
                <a:gd name="connsiteX1" fmla="*/ 184749 w 190274"/>
                <a:gd name="connsiteY1" fmla="*/ 107635 h 195031"/>
                <a:gd name="connsiteX2" fmla="*/ 53256 w 190274"/>
                <a:gd name="connsiteY2" fmla="*/ 107635 h 195031"/>
                <a:gd name="connsiteX3" fmla="*/ 64637 w 190274"/>
                <a:gd name="connsiteY3" fmla="*/ 134648 h 195031"/>
                <a:gd name="connsiteX4" fmla="*/ 89272 w 190274"/>
                <a:gd name="connsiteY4" fmla="*/ 143991 h 195031"/>
                <a:gd name="connsiteX5" fmla="*/ 119510 w 190274"/>
                <a:gd name="connsiteY5" fmla="*/ 125642 h 195031"/>
                <a:gd name="connsiteX6" fmla="*/ 181352 w 190274"/>
                <a:gd name="connsiteY6" fmla="*/ 125642 h 195031"/>
                <a:gd name="connsiteX7" fmla="*/ 164190 w 190274"/>
                <a:gd name="connsiteY7" fmla="*/ 159280 h 195031"/>
                <a:gd name="connsiteX8" fmla="*/ 133101 w 190274"/>
                <a:gd name="connsiteY8" fmla="*/ 182724 h 195031"/>
                <a:gd name="connsiteX9" fmla="*/ 91310 w 190274"/>
                <a:gd name="connsiteY9" fmla="*/ 191219 h 195031"/>
                <a:gd name="connsiteX10" fmla="*/ 41703 w 190274"/>
                <a:gd name="connsiteY10" fmla="*/ 179327 h 195031"/>
                <a:gd name="connsiteX11" fmla="*/ 7725 w 190274"/>
                <a:gd name="connsiteY11" fmla="*/ 145350 h 195031"/>
                <a:gd name="connsiteX12" fmla="*/ -4507 w 190274"/>
                <a:gd name="connsiteY12" fmla="*/ 93705 h 195031"/>
                <a:gd name="connsiteX13" fmla="*/ 7554 w 190274"/>
                <a:gd name="connsiteY13" fmla="*/ 42057 h 195031"/>
                <a:gd name="connsiteX14" fmla="*/ 41363 w 190274"/>
                <a:gd name="connsiteY14" fmla="*/ 8080 h 195031"/>
                <a:gd name="connsiteX15" fmla="*/ 91310 w 190274"/>
                <a:gd name="connsiteY15" fmla="*/ -3812 h 195031"/>
                <a:gd name="connsiteX16" fmla="*/ 140237 w 190274"/>
                <a:gd name="connsiteY16" fmla="*/ 7740 h 195031"/>
                <a:gd name="connsiteX17" fmla="*/ 173705 w 190274"/>
                <a:gd name="connsiteY17" fmla="*/ 40699 h 195031"/>
                <a:gd name="connsiteX18" fmla="*/ 185768 w 190274"/>
                <a:gd name="connsiteY18" fmla="*/ 90645 h 195031"/>
                <a:gd name="connsiteX19" fmla="*/ 126307 w 190274"/>
                <a:gd name="connsiteY19" fmla="*/ 75356 h 195031"/>
                <a:gd name="connsiteX20" fmla="*/ 116113 w 190274"/>
                <a:gd name="connsiteY20" fmla="*/ 51572 h 195031"/>
                <a:gd name="connsiteX21" fmla="*/ 90631 w 190274"/>
                <a:gd name="connsiteY21" fmla="*/ 42737 h 195031"/>
                <a:gd name="connsiteX22" fmla="*/ 65996 w 190274"/>
                <a:gd name="connsiteY22" fmla="*/ 51232 h 195031"/>
                <a:gd name="connsiteX23" fmla="*/ 53595 w 190274"/>
                <a:gd name="connsiteY23" fmla="*/ 75356 h 195031"/>
                <a:gd name="connsiteX24" fmla="*/ 126307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5768" y="90645"/>
                  </a:moveTo>
                  <a:cubicBezTo>
                    <a:pt x="185768" y="96083"/>
                    <a:pt x="185428" y="101746"/>
                    <a:pt x="184749" y="107635"/>
                  </a:cubicBezTo>
                  <a:lnTo>
                    <a:pt x="53256" y="107635"/>
                  </a:lnTo>
                  <a:cubicBezTo>
                    <a:pt x="54161" y="119413"/>
                    <a:pt x="57954" y="128416"/>
                    <a:pt x="64637" y="134648"/>
                  </a:cubicBezTo>
                  <a:cubicBezTo>
                    <a:pt x="71319" y="140876"/>
                    <a:pt x="79532" y="143991"/>
                    <a:pt x="89272" y="143991"/>
                  </a:cubicBezTo>
                  <a:cubicBezTo>
                    <a:pt x="103767" y="143991"/>
                    <a:pt x="113847" y="137874"/>
                    <a:pt x="119510" y="125642"/>
                  </a:cubicBezTo>
                  <a:lnTo>
                    <a:pt x="181352" y="125642"/>
                  </a:lnTo>
                  <a:cubicBezTo>
                    <a:pt x="178180" y="138102"/>
                    <a:pt x="172460" y="149314"/>
                    <a:pt x="164190" y="159280"/>
                  </a:cubicBezTo>
                  <a:cubicBezTo>
                    <a:pt x="155923" y="169248"/>
                    <a:pt x="145561" y="177061"/>
                    <a:pt x="133101" y="182724"/>
                  </a:cubicBezTo>
                  <a:cubicBezTo>
                    <a:pt x="120644" y="188388"/>
                    <a:pt x="106713" y="191219"/>
                    <a:pt x="91310" y="191219"/>
                  </a:cubicBezTo>
                  <a:cubicBezTo>
                    <a:pt x="72735" y="191219"/>
                    <a:pt x="56199" y="187255"/>
                    <a:pt x="41703" y="179327"/>
                  </a:cubicBezTo>
                  <a:cubicBezTo>
                    <a:pt x="27205" y="171400"/>
                    <a:pt x="15878" y="160073"/>
                    <a:pt x="7725" y="145350"/>
                  </a:cubicBezTo>
                  <a:cubicBezTo>
                    <a:pt x="-430" y="130626"/>
                    <a:pt x="-4507" y="113410"/>
                    <a:pt x="-4507" y="93705"/>
                  </a:cubicBezTo>
                  <a:cubicBezTo>
                    <a:pt x="-4507" y="73997"/>
                    <a:pt x="-487" y="56781"/>
                    <a:pt x="7554" y="42057"/>
                  </a:cubicBezTo>
                  <a:cubicBezTo>
                    <a:pt x="15596" y="27334"/>
                    <a:pt x="26865" y="16009"/>
                    <a:pt x="41363" y="8080"/>
                  </a:cubicBezTo>
                  <a:cubicBezTo>
                    <a:pt x="55859" y="152"/>
                    <a:pt x="72507" y="-3812"/>
                    <a:pt x="91310" y="-3812"/>
                  </a:cubicBezTo>
                  <a:cubicBezTo>
                    <a:pt x="109657" y="-3812"/>
                    <a:pt x="125967" y="38"/>
                    <a:pt x="140237" y="7740"/>
                  </a:cubicBezTo>
                  <a:cubicBezTo>
                    <a:pt x="154508" y="15442"/>
                    <a:pt x="165663" y="26429"/>
                    <a:pt x="173705" y="40699"/>
                  </a:cubicBezTo>
                  <a:cubicBezTo>
                    <a:pt x="181746" y="54969"/>
                    <a:pt x="185768" y="71619"/>
                    <a:pt x="185768" y="90645"/>
                  </a:cubicBezTo>
                  <a:close/>
                  <a:moveTo>
                    <a:pt x="126307" y="75356"/>
                  </a:moveTo>
                  <a:cubicBezTo>
                    <a:pt x="126307" y="65388"/>
                    <a:pt x="122908" y="57461"/>
                    <a:pt x="116113" y="51572"/>
                  </a:cubicBezTo>
                  <a:cubicBezTo>
                    <a:pt x="109317" y="45683"/>
                    <a:pt x="100824" y="42737"/>
                    <a:pt x="90631" y="42737"/>
                  </a:cubicBezTo>
                  <a:cubicBezTo>
                    <a:pt x="80891" y="42737"/>
                    <a:pt x="72678" y="45569"/>
                    <a:pt x="65996" y="51232"/>
                  </a:cubicBezTo>
                  <a:cubicBezTo>
                    <a:pt x="59313" y="56895"/>
                    <a:pt x="55180" y="64937"/>
                    <a:pt x="53595" y="75356"/>
                  </a:cubicBezTo>
                  <a:lnTo>
                    <a:pt x="126307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ADAD630-A3FF-3603-80F4-E8F0B409D35B}"/>
                </a:ext>
              </a:extLst>
            </p:cNvPr>
            <p:cNvSpPr/>
            <p:nvPr/>
          </p:nvSpPr>
          <p:spPr>
            <a:xfrm>
              <a:off x="-811866" y="968459"/>
              <a:ext cx="190274" cy="195031"/>
            </a:xfrm>
            <a:custGeom>
              <a:avLst/>
              <a:gdLst>
                <a:gd name="connsiteX0" fmla="*/ 184949 w 190274"/>
                <a:gd name="connsiteY0" fmla="*/ 90645 h 195031"/>
                <a:gd name="connsiteX1" fmla="*/ 183929 w 190274"/>
                <a:gd name="connsiteY1" fmla="*/ 107635 h 195031"/>
                <a:gd name="connsiteX2" fmla="*/ 52437 w 190274"/>
                <a:gd name="connsiteY2" fmla="*/ 107635 h 195031"/>
                <a:gd name="connsiteX3" fmla="*/ 63818 w 190274"/>
                <a:gd name="connsiteY3" fmla="*/ 134648 h 195031"/>
                <a:gd name="connsiteX4" fmla="*/ 88453 w 190274"/>
                <a:gd name="connsiteY4" fmla="*/ 143991 h 195031"/>
                <a:gd name="connsiteX5" fmla="*/ 118691 w 190274"/>
                <a:gd name="connsiteY5" fmla="*/ 125642 h 195031"/>
                <a:gd name="connsiteX6" fmla="*/ 180533 w 190274"/>
                <a:gd name="connsiteY6" fmla="*/ 125642 h 195031"/>
                <a:gd name="connsiteX7" fmla="*/ 163374 w 190274"/>
                <a:gd name="connsiteY7" fmla="*/ 159280 h 195031"/>
                <a:gd name="connsiteX8" fmla="*/ 132285 w 190274"/>
                <a:gd name="connsiteY8" fmla="*/ 182724 h 195031"/>
                <a:gd name="connsiteX9" fmla="*/ 90491 w 190274"/>
                <a:gd name="connsiteY9" fmla="*/ 191219 h 195031"/>
                <a:gd name="connsiteX10" fmla="*/ 40884 w 190274"/>
                <a:gd name="connsiteY10" fmla="*/ 179327 h 195031"/>
                <a:gd name="connsiteX11" fmla="*/ 6906 w 190274"/>
                <a:gd name="connsiteY11" fmla="*/ 145350 h 195031"/>
                <a:gd name="connsiteX12" fmla="*/ -5326 w 190274"/>
                <a:gd name="connsiteY12" fmla="*/ 93705 h 195031"/>
                <a:gd name="connsiteX13" fmla="*/ 6735 w 190274"/>
                <a:gd name="connsiteY13" fmla="*/ 42057 h 195031"/>
                <a:gd name="connsiteX14" fmla="*/ 40544 w 190274"/>
                <a:gd name="connsiteY14" fmla="*/ 8080 h 195031"/>
                <a:gd name="connsiteX15" fmla="*/ 90491 w 190274"/>
                <a:gd name="connsiteY15" fmla="*/ -3812 h 195031"/>
                <a:gd name="connsiteX16" fmla="*/ 139418 w 190274"/>
                <a:gd name="connsiteY16" fmla="*/ 7740 h 195031"/>
                <a:gd name="connsiteX17" fmla="*/ 172885 w 190274"/>
                <a:gd name="connsiteY17" fmla="*/ 40699 h 195031"/>
                <a:gd name="connsiteX18" fmla="*/ 184949 w 190274"/>
                <a:gd name="connsiteY18" fmla="*/ 90645 h 195031"/>
                <a:gd name="connsiteX19" fmla="*/ 125488 w 190274"/>
                <a:gd name="connsiteY19" fmla="*/ 75356 h 195031"/>
                <a:gd name="connsiteX20" fmla="*/ 115294 w 190274"/>
                <a:gd name="connsiteY20" fmla="*/ 51572 h 195031"/>
                <a:gd name="connsiteX21" fmla="*/ 89811 w 190274"/>
                <a:gd name="connsiteY21" fmla="*/ 42737 h 195031"/>
                <a:gd name="connsiteX22" fmla="*/ 65177 w 190274"/>
                <a:gd name="connsiteY22" fmla="*/ 51232 h 195031"/>
                <a:gd name="connsiteX23" fmla="*/ 52776 w 190274"/>
                <a:gd name="connsiteY23" fmla="*/ 75356 h 195031"/>
                <a:gd name="connsiteX24" fmla="*/ 12548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4949" y="90645"/>
                  </a:moveTo>
                  <a:cubicBezTo>
                    <a:pt x="184949" y="96083"/>
                    <a:pt x="184609" y="101746"/>
                    <a:pt x="183929" y="107635"/>
                  </a:cubicBezTo>
                  <a:lnTo>
                    <a:pt x="52437" y="107635"/>
                  </a:lnTo>
                  <a:cubicBezTo>
                    <a:pt x="53342" y="119413"/>
                    <a:pt x="57135" y="128416"/>
                    <a:pt x="63818" y="134648"/>
                  </a:cubicBezTo>
                  <a:cubicBezTo>
                    <a:pt x="70500" y="140876"/>
                    <a:pt x="78713" y="143991"/>
                    <a:pt x="88453" y="143991"/>
                  </a:cubicBezTo>
                  <a:cubicBezTo>
                    <a:pt x="102948" y="143991"/>
                    <a:pt x="113030" y="137874"/>
                    <a:pt x="118691" y="125642"/>
                  </a:cubicBezTo>
                  <a:lnTo>
                    <a:pt x="180533" y="125642"/>
                  </a:lnTo>
                  <a:cubicBezTo>
                    <a:pt x="177361" y="138102"/>
                    <a:pt x="171641" y="149314"/>
                    <a:pt x="163374" y="159280"/>
                  </a:cubicBezTo>
                  <a:cubicBezTo>
                    <a:pt x="155104" y="169248"/>
                    <a:pt x="144742" y="177061"/>
                    <a:pt x="132285" y="182724"/>
                  </a:cubicBezTo>
                  <a:cubicBezTo>
                    <a:pt x="119825" y="188388"/>
                    <a:pt x="105894" y="191219"/>
                    <a:pt x="90491" y="191219"/>
                  </a:cubicBezTo>
                  <a:cubicBezTo>
                    <a:pt x="71916" y="191219"/>
                    <a:pt x="55380" y="187255"/>
                    <a:pt x="40884" y="179327"/>
                  </a:cubicBezTo>
                  <a:cubicBezTo>
                    <a:pt x="26386" y="171400"/>
                    <a:pt x="15062" y="160073"/>
                    <a:pt x="6906" y="145350"/>
                  </a:cubicBezTo>
                  <a:cubicBezTo>
                    <a:pt x="-1249" y="130626"/>
                    <a:pt x="-5326" y="113410"/>
                    <a:pt x="-5326" y="93705"/>
                  </a:cubicBezTo>
                  <a:cubicBezTo>
                    <a:pt x="-5326" y="73997"/>
                    <a:pt x="-1306" y="56781"/>
                    <a:pt x="6735" y="42057"/>
                  </a:cubicBezTo>
                  <a:cubicBezTo>
                    <a:pt x="14776" y="27334"/>
                    <a:pt x="26046" y="16009"/>
                    <a:pt x="40544" y="8080"/>
                  </a:cubicBezTo>
                  <a:cubicBezTo>
                    <a:pt x="55040" y="152"/>
                    <a:pt x="71691" y="-3812"/>
                    <a:pt x="90491" y="-3812"/>
                  </a:cubicBezTo>
                  <a:cubicBezTo>
                    <a:pt x="108840" y="-3812"/>
                    <a:pt x="125148" y="38"/>
                    <a:pt x="139418" y="7740"/>
                  </a:cubicBezTo>
                  <a:cubicBezTo>
                    <a:pt x="153688" y="15442"/>
                    <a:pt x="164847" y="26429"/>
                    <a:pt x="172885" y="40699"/>
                  </a:cubicBezTo>
                  <a:cubicBezTo>
                    <a:pt x="180929" y="54969"/>
                    <a:pt x="184949" y="71619"/>
                    <a:pt x="184949" y="90645"/>
                  </a:cubicBezTo>
                  <a:close/>
                  <a:moveTo>
                    <a:pt x="125488" y="75356"/>
                  </a:moveTo>
                  <a:cubicBezTo>
                    <a:pt x="125488" y="65388"/>
                    <a:pt x="122091" y="57461"/>
                    <a:pt x="115294" y="51572"/>
                  </a:cubicBezTo>
                  <a:cubicBezTo>
                    <a:pt x="108498" y="45683"/>
                    <a:pt x="100005" y="42737"/>
                    <a:pt x="89811" y="42737"/>
                  </a:cubicBezTo>
                  <a:cubicBezTo>
                    <a:pt x="80072" y="42737"/>
                    <a:pt x="71859" y="45569"/>
                    <a:pt x="65177" y="51232"/>
                  </a:cubicBezTo>
                  <a:cubicBezTo>
                    <a:pt x="58494" y="56895"/>
                    <a:pt x="54361" y="64937"/>
                    <a:pt x="52776" y="75356"/>
                  </a:cubicBezTo>
                  <a:lnTo>
                    <a:pt x="12548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0B72AE-CD0F-686E-8575-F89FF38BD87F}"/>
                </a:ext>
              </a:extLst>
            </p:cNvPr>
            <p:cNvSpPr/>
            <p:nvPr/>
          </p:nvSpPr>
          <p:spPr>
            <a:xfrm>
              <a:off x="-557402" y="969138"/>
              <a:ext cx="188575" cy="191634"/>
            </a:xfrm>
            <a:custGeom>
              <a:avLst/>
              <a:gdLst>
                <a:gd name="connsiteX0" fmla="*/ 109342 w 188575"/>
                <a:gd name="connsiteY0" fmla="*/ -3809 h 191634"/>
                <a:gd name="connsiteX1" fmla="*/ 162517 w 188575"/>
                <a:gd name="connsiteY1" fmla="*/ 17769 h 191634"/>
                <a:gd name="connsiteX2" fmla="*/ 182393 w 188575"/>
                <a:gd name="connsiteY2" fmla="*/ 77058 h 191634"/>
                <a:gd name="connsiteX3" fmla="*/ 182393 w 188575"/>
                <a:gd name="connsiteY3" fmla="*/ 187826 h 191634"/>
                <a:gd name="connsiteX4" fmla="*/ 124631 w 188575"/>
                <a:gd name="connsiteY4" fmla="*/ 187826 h 191634"/>
                <a:gd name="connsiteX5" fmla="*/ 124631 w 188575"/>
                <a:gd name="connsiteY5" fmla="*/ 84874 h 191634"/>
                <a:gd name="connsiteX6" fmla="*/ 114777 w 188575"/>
                <a:gd name="connsiteY6" fmla="*/ 55312 h 191634"/>
                <a:gd name="connsiteX7" fmla="*/ 88275 w 188575"/>
                <a:gd name="connsiteY7" fmla="*/ 44781 h 191634"/>
                <a:gd name="connsiteX8" fmla="*/ 61773 w 188575"/>
                <a:gd name="connsiteY8" fmla="*/ 55312 h 191634"/>
                <a:gd name="connsiteX9" fmla="*/ 51919 w 188575"/>
                <a:gd name="connsiteY9" fmla="*/ 84874 h 191634"/>
                <a:gd name="connsiteX10" fmla="*/ 51919 w 188575"/>
                <a:gd name="connsiteY10" fmla="*/ 187826 h 191634"/>
                <a:gd name="connsiteX11" fmla="*/ -6183 w 188575"/>
                <a:gd name="connsiteY11" fmla="*/ 187826 h 191634"/>
                <a:gd name="connsiteX12" fmla="*/ -6183 w 188575"/>
                <a:gd name="connsiteY12" fmla="*/ -1768 h 191634"/>
                <a:gd name="connsiteX13" fmla="*/ 51919 w 188575"/>
                <a:gd name="connsiteY13" fmla="*/ -1768 h 191634"/>
                <a:gd name="connsiteX14" fmla="*/ 51919 w 188575"/>
                <a:gd name="connsiteY14" fmla="*/ 23375 h 191634"/>
                <a:gd name="connsiteX15" fmla="*/ 75704 w 188575"/>
                <a:gd name="connsiteY15" fmla="*/ 3496 h 191634"/>
                <a:gd name="connsiteX16" fmla="*/ 109342 w 188575"/>
                <a:gd name="connsiteY16" fmla="*/ -380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575" h="191634">
                  <a:moveTo>
                    <a:pt x="109342" y="-3809"/>
                  </a:moveTo>
                  <a:cubicBezTo>
                    <a:pt x="131539" y="-3809"/>
                    <a:pt x="149266" y="3384"/>
                    <a:pt x="162517" y="17769"/>
                  </a:cubicBezTo>
                  <a:cubicBezTo>
                    <a:pt x="175768" y="32153"/>
                    <a:pt x="182393" y="51915"/>
                    <a:pt x="182393" y="77058"/>
                  </a:cubicBezTo>
                  <a:lnTo>
                    <a:pt x="182393" y="187826"/>
                  </a:lnTo>
                  <a:lnTo>
                    <a:pt x="124631" y="187826"/>
                  </a:lnTo>
                  <a:lnTo>
                    <a:pt x="124631" y="84874"/>
                  </a:lnTo>
                  <a:cubicBezTo>
                    <a:pt x="124631" y="72188"/>
                    <a:pt x="121346" y="62334"/>
                    <a:pt x="114777" y="55312"/>
                  </a:cubicBezTo>
                  <a:cubicBezTo>
                    <a:pt x="108209" y="48290"/>
                    <a:pt x="99374" y="44781"/>
                    <a:pt x="88275" y="44781"/>
                  </a:cubicBezTo>
                  <a:cubicBezTo>
                    <a:pt x="77177" y="44781"/>
                    <a:pt x="68342" y="48290"/>
                    <a:pt x="61773" y="55312"/>
                  </a:cubicBezTo>
                  <a:cubicBezTo>
                    <a:pt x="55205" y="62334"/>
                    <a:pt x="51919" y="72188"/>
                    <a:pt x="51919" y="84874"/>
                  </a:cubicBezTo>
                  <a:lnTo>
                    <a:pt x="51919" y="187826"/>
                  </a:lnTo>
                  <a:lnTo>
                    <a:pt x="-6183" y="187826"/>
                  </a:lnTo>
                  <a:lnTo>
                    <a:pt x="-6183" y="-1768"/>
                  </a:lnTo>
                  <a:lnTo>
                    <a:pt x="51919" y="-1768"/>
                  </a:lnTo>
                  <a:lnTo>
                    <a:pt x="51919" y="23375"/>
                  </a:lnTo>
                  <a:cubicBezTo>
                    <a:pt x="57809" y="14994"/>
                    <a:pt x="65738" y="8368"/>
                    <a:pt x="75704" y="3496"/>
                  </a:cubicBezTo>
                  <a:cubicBezTo>
                    <a:pt x="85672" y="-1374"/>
                    <a:pt x="96882" y="-3809"/>
                    <a:pt x="109342" y="-380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F863207-2526-54D0-61C5-93BD8CB2804B}"/>
                </a:ext>
              </a:extLst>
            </p:cNvPr>
            <p:cNvSpPr/>
            <p:nvPr/>
          </p:nvSpPr>
          <p:spPr>
            <a:xfrm>
              <a:off x="-1779782" y="1215889"/>
              <a:ext cx="113261" cy="152576"/>
            </a:xfrm>
            <a:custGeom>
              <a:avLst/>
              <a:gdLst>
                <a:gd name="connsiteX0" fmla="*/ -1260 w 113261"/>
                <a:gd name="connsiteY0" fmla="*/ 90952 h 152576"/>
                <a:gd name="connsiteX1" fmla="*/ 5666 w 113261"/>
                <a:gd name="connsiteY1" fmla="*/ 60905 h 152576"/>
                <a:gd name="connsiteX2" fmla="*/ 24713 w 113261"/>
                <a:gd name="connsiteY2" fmla="*/ 40840 h 152576"/>
                <a:gd name="connsiteX3" fmla="*/ 51909 w 113261"/>
                <a:gd name="connsiteY3" fmla="*/ 33711 h 152576"/>
                <a:gd name="connsiteX4" fmla="*/ 76149 w 113261"/>
                <a:gd name="connsiteY4" fmla="*/ 39719 h 152576"/>
                <a:gd name="connsiteX5" fmla="*/ 93260 w 113261"/>
                <a:gd name="connsiteY5" fmla="*/ 55507 h 152576"/>
                <a:gd name="connsiteX6" fmla="*/ 93260 w 113261"/>
                <a:gd name="connsiteY6" fmla="*/ -3569 h 152576"/>
                <a:gd name="connsiteX7" fmla="*/ 112002 w 113261"/>
                <a:gd name="connsiteY7" fmla="*/ -3569 h 152576"/>
                <a:gd name="connsiteX8" fmla="*/ 112002 w 113261"/>
                <a:gd name="connsiteY8" fmla="*/ 147175 h 152576"/>
                <a:gd name="connsiteX9" fmla="*/ 93260 w 113261"/>
                <a:gd name="connsiteY9" fmla="*/ 147175 h 152576"/>
                <a:gd name="connsiteX10" fmla="*/ 93260 w 113261"/>
                <a:gd name="connsiteY10" fmla="*/ 126193 h 152576"/>
                <a:gd name="connsiteX11" fmla="*/ 76964 w 113261"/>
                <a:gd name="connsiteY11" fmla="*/ 142592 h 152576"/>
                <a:gd name="connsiteX12" fmla="*/ 51705 w 113261"/>
                <a:gd name="connsiteY12" fmla="*/ 149008 h 152576"/>
                <a:gd name="connsiteX13" fmla="*/ 24713 w 113261"/>
                <a:gd name="connsiteY13" fmla="*/ 141675 h 152576"/>
                <a:gd name="connsiteX14" fmla="*/ 5666 w 113261"/>
                <a:gd name="connsiteY14" fmla="*/ 121100 h 152576"/>
                <a:gd name="connsiteX15" fmla="*/ -1260 w 113261"/>
                <a:gd name="connsiteY15" fmla="*/ 90952 h 152576"/>
                <a:gd name="connsiteX16" fmla="*/ 93260 w 113261"/>
                <a:gd name="connsiteY16" fmla="*/ 91156 h 152576"/>
                <a:gd name="connsiteX17" fmla="*/ 88169 w 113261"/>
                <a:gd name="connsiteY17" fmla="*/ 69155 h 152576"/>
                <a:gd name="connsiteX18" fmla="*/ 74417 w 113261"/>
                <a:gd name="connsiteY18" fmla="*/ 54793 h 152576"/>
                <a:gd name="connsiteX19" fmla="*/ 55371 w 113261"/>
                <a:gd name="connsiteY19" fmla="*/ 49803 h 152576"/>
                <a:gd name="connsiteX20" fmla="*/ 36426 w 113261"/>
                <a:gd name="connsiteY20" fmla="*/ 54692 h 152576"/>
                <a:gd name="connsiteX21" fmla="*/ 22777 w 113261"/>
                <a:gd name="connsiteY21" fmla="*/ 68952 h 152576"/>
                <a:gd name="connsiteX22" fmla="*/ 17686 w 113261"/>
                <a:gd name="connsiteY22" fmla="*/ 90952 h 152576"/>
                <a:gd name="connsiteX23" fmla="*/ 22777 w 113261"/>
                <a:gd name="connsiteY23" fmla="*/ 113257 h 152576"/>
                <a:gd name="connsiteX24" fmla="*/ 36426 w 113261"/>
                <a:gd name="connsiteY24" fmla="*/ 127720 h 152576"/>
                <a:gd name="connsiteX25" fmla="*/ 55371 w 113261"/>
                <a:gd name="connsiteY25" fmla="*/ 132712 h 152576"/>
                <a:gd name="connsiteX26" fmla="*/ 74417 w 113261"/>
                <a:gd name="connsiteY26" fmla="*/ 127720 h 152576"/>
                <a:gd name="connsiteX27" fmla="*/ 88169 w 113261"/>
                <a:gd name="connsiteY27" fmla="*/ 113257 h 152576"/>
                <a:gd name="connsiteX28" fmla="*/ 93260 w 113261"/>
                <a:gd name="connsiteY28" fmla="*/ 91156 h 15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3261" h="152576">
                  <a:moveTo>
                    <a:pt x="-1260" y="90952"/>
                  </a:moveTo>
                  <a:cubicBezTo>
                    <a:pt x="-1260" y="79544"/>
                    <a:pt x="1049" y="69529"/>
                    <a:pt x="5666" y="60905"/>
                  </a:cubicBezTo>
                  <a:cubicBezTo>
                    <a:pt x="10284" y="52281"/>
                    <a:pt x="16633" y="45593"/>
                    <a:pt x="24713" y="40840"/>
                  </a:cubicBezTo>
                  <a:cubicBezTo>
                    <a:pt x="32794" y="36086"/>
                    <a:pt x="41859" y="33711"/>
                    <a:pt x="51909" y="33711"/>
                  </a:cubicBezTo>
                  <a:cubicBezTo>
                    <a:pt x="60599" y="33711"/>
                    <a:pt x="68681" y="35713"/>
                    <a:pt x="76149" y="39719"/>
                  </a:cubicBezTo>
                  <a:cubicBezTo>
                    <a:pt x="83618" y="43726"/>
                    <a:pt x="89322" y="48988"/>
                    <a:pt x="93260" y="55507"/>
                  </a:cubicBezTo>
                  <a:lnTo>
                    <a:pt x="93260" y="-3569"/>
                  </a:lnTo>
                  <a:lnTo>
                    <a:pt x="112002" y="-3569"/>
                  </a:lnTo>
                  <a:lnTo>
                    <a:pt x="112002" y="147175"/>
                  </a:lnTo>
                  <a:lnTo>
                    <a:pt x="93260" y="147175"/>
                  </a:lnTo>
                  <a:lnTo>
                    <a:pt x="93260" y="126193"/>
                  </a:lnTo>
                  <a:cubicBezTo>
                    <a:pt x="89594" y="132847"/>
                    <a:pt x="84162" y="138313"/>
                    <a:pt x="76964" y="142592"/>
                  </a:cubicBezTo>
                  <a:cubicBezTo>
                    <a:pt x="69767" y="146869"/>
                    <a:pt x="61347" y="149008"/>
                    <a:pt x="51705" y="149008"/>
                  </a:cubicBezTo>
                  <a:cubicBezTo>
                    <a:pt x="41791" y="149008"/>
                    <a:pt x="32794" y="146564"/>
                    <a:pt x="24713" y="141675"/>
                  </a:cubicBezTo>
                  <a:cubicBezTo>
                    <a:pt x="16633" y="136785"/>
                    <a:pt x="10284" y="129928"/>
                    <a:pt x="5666" y="121100"/>
                  </a:cubicBezTo>
                  <a:cubicBezTo>
                    <a:pt x="1049" y="112273"/>
                    <a:pt x="-1260" y="102223"/>
                    <a:pt x="-1260" y="90952"/>
                  </a:cubicBezTo>
                  <a:close/>
                  <a:moveTo>
                    <a:pt x="93260" y="91156"/>
                  </a:moveTo>
                  <a:cubicBezTo>
                    <a:pt x="93260" y="82736"/>
                    <a:pt x="91564" y="75402"/>
                    <a:pt x="88169" y="69155"/>
                  </a:cubicBezTo>
                  <a:cubicBezTo>
                    <a:pt x="84773" y="62907"/>
                    <a:pt x="80190" y="58120"/>
                    <a:pt x="74417" y="54793"/>
                  </a:cubicBezTo>
                  <a:cubicBezTo>
                    <a:pt x="68646" y="51466"/>
                    <a:pt x="62297" y="49803"/>
                    <a:pt x="55371" y="49803"/>
                  </a:cubicBezTo>
                  <a:cubicBezTo>
                    <a:pt x="48445" y="49803"/>
                    <a:pt x="42130" y="51432"/>
                    <a:pt x="36426" y="54692"/>
                  </a:cubicBezTo>
                  <a:cubicBezTo>
                    <a:pt x="30723" y="57951"/>
                    <a:pt x="26173" y="62704"/>
                    <a:pt x="22777" y="68952"/>
                  </a:cubicBezTo>
                  <a:cubicBezTo>
                    <a:pt x="19383" y="75198"/>
                    <a:pt x="17686" y="82532"/>
                    <a:pt x="17686" y="90952"/>
                  </a:cubicBezTo>
                  <a:cubicBezTo>
                    <a:pt x="17686" y="99507"/>
                    <a:pt x="19383" y="106943"/>
                    <a:pt x="22777" y="113257"/>
                  </a:cubicBezTo>
                  <a:cubicBezTo>
                    <a:pt x="26173" y="119572"/>
                    <a:pt x="30723" y="124393"/>
                    <a:pt x="36426" y="127720"/>
                  </a:cubicBezTo>
                  <a:cubicBezTo>
                    <a:pt x="42130" y="131048"/>
                    <a:pt x="48445" y="132712"/>
                    <a:pt x="55371" y="132712"/>
                  </a:cubicBezTo>
                  <a:cubicBezTo>
                    <a:pt x="62297" y="132712"/>
                    <a:pt x="68646" y="131048"/>
                    <a:pt x="74417" y="127720"/>
                  </a:cubicBezTo>
                  <a:cubicBezTo>
                    <a:pt x="80190" y="124393"/>
                    <a:pt x="84773" y="119572"/>
                    <a:pt x="88169" y="113257"/>
                  </a:cubicBezTo>
                  <a:cubicBezTo>
                    <a:pt x="91564" y="106943"/>
                    <a:pt x="93260" y="99576"/>
                    <a:pt x="93260" y="91156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AD72AAB-9F61-C5DD-80A8-7ABB36488513}"/>
                </a:ext>
              </a:extLst>
            </p:cNvPr>
            <p:cNvSpPr/>
            <p:nvPr/>
          </p:nvSpPr>
          <p:spPr>
            <a:xfrm>
              <a:off x="-1419642" y="1211612"/>
              <a:ext cx="24851" cy="155020"/>
            </a:xfrm>
            <a:custGeom>
              <a:avLst/>
              <a:gdLst>
                <a:gd name="connsiteX0" fmla="*/ 9640 w 24851"/>
                <a:gd name="connsiteY0" fmla="*/ 21709 h 155020"/>
                <a:gd name="connsiteX1" fmla="*/ 677 w 24851"/>
                <a:gd name="connsiteY1" fmla="*/ 18043 h 155020"/>
                <a:gd name="connsiteX2" fmla="*/ -2988 w 24851"/>
                <a:gd name="connsiteY2" fmla="*/ 9079 h 155020"/>
                <a:gd name="connsiteX3" fmla="*/ 677 w 24851"/>
                <a:gd name="connsiteY3" fmla="*/ 116 h 155020"/>
                <a:gd name="connsiteX4" fmla="*/ 9640 w 24851"/>
                <a:gd name="connsiteY4" fmla="*/ -3550 h 155020"/>
                <a:gd name="connsiteX5" fmla="*/ 18298 w 24851"/>
                <a:gd name="connsiteY5" fmla="*/ 116 h 155020"/>
                <a:gd name="connsiteX6" fmla="*/ 21863 w 24851"/>
                <a:gd name="connsiteY6" fmla="*/ 9079 h 155020"/>
                <a:gd name="connsiteX7" fmla="*/ 18298 w 24851"/>
                <a:gd name="connsiteY7" fmla="*/ 18043 h 155020"/>
                <a:gd name="connsiteX8" fmla="*/ 9640 w 24851"/>
                <a:gd name="connsiteY8" fmla="*/ 21709 h 155020"/>
                <a:gd name="connsiteX9" fmla="*/ 18604 w 24851"/>
                <a:gd name="connsiteY9" fmla="*/ 39839 h 155020"/>
                <a:gd name="connsiteX10" fmla="*/ 18604 w 24851"/>
                <a:gd name="connsiteY10" fmla="*/ 151471 h 155020"/>
                <a:gd name="connsiteX11" fmla="*/ 66 w 24851"/>
                <a:gd name="connsiteY11" fmla="*/ 151471 h 155020"/>
                <a:gd name="connsiteX12" fmla="*/ 66 w 24851"/>
                <a:gd name="connsiteY12" fmla="*/ 39839 h 155020"/>
                <a:gd name="connsiteX13" fmla="*/ 18604 w 24851"/>
                <a:gd name="connsiteY13" fmla="*/ 39839 h 15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51" h="155020">
                  <a:moveTo>
                    <a:pt x="9640" y="21709"/>
                  </a:moveTo>
                  <a:cubicBezTo>
                    <a:pt x="6110" y="21709"/>
                    <a:pt x="3123" y="20487"/>
                    <a:pt x="677" y="18043"/>
                  </a:cubicBezTo>
                  <a:cubicBezTo>
                    <a:pt x="-1766" y="15597"/>
                    <a:pt x="-2988" y="12611"/>
                    <a:pt x="-2988" y="9079"/>
                  </a:cubicBezTo>
                  <a:cubicBezTo>
                    <a:pt x="-2988" y="5548"/>
                    <a:pt x="-1766" y="2561"/>
                    <a:pt x="677" y="116"/>
                  </a:cubicBezTo>
                  <a:cubicBezTo>
                    <a:pt x="3123" y="-2328"/>
                    <a:pt x="6110" y="-3550"/>
                    <a:pt x="9640" y="-3550"/>
                  </a:cubicBezTo>
                  <a:cubicBezTo>
                    <a:pt x="13036" y="-3550"/>
                    <a:pt x="15923" y="-2328"/>
                    <a:pt x="18298" y="116"/>
                  </a:cubicBezTo>
                  <a:cubicBezTo>
                    <a:pt x="20675" y="2561"/>
                    <a:pt x="21863" y="5548"/>
                    <a:pt x="21863" y="9079"/>
                  </a:cubicBezTo>
                  <a:cubicBezTo>
                    <a:pt x="21863" y="12611"/>
                    <a:pt x="20675" y="15597"/>
                    <a:pt x="18298" y="18043"/>
                  </a:cubicBezTo>
                  <a:cubicBezTo>
                    <a:pt x="15923" y="20487"/>
                    <a:pt x="13036" y="21709"/>
                    <a:pt x="9640" y="21709"/>
                  </a:cubicBezTo>
                  <a:close/>
                  <a:moveTo>
                    <a:pt x="18604" y="39839"/>
                  </a:moveTo>
                  <a:lnTo>
                    <a:pt x="18604" y="151471"/>
                  </a:lnTo>
                  <a:lnTo>
                    <a:pt x="66" y="151471"/>
                  </a:lnTo>
                  <a:lnTo>
                    <a:pt x="66" y="39839"/>
                  </a:lnTo>
                  <a:lnTo>
                    <a:pt x="18604" y="39839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F3E8DD4-F153-2132-337C-32DC8A15EEBF}"/>
                </a:ext>
              </a:extLst>
            </p:cNvPr>
            <p:cNvSpPr/>
            <p:nvPr/>
          </p:nvSpPr>
          <p:spPr>
            <a:xfrm>
              <a:off x="-1323560" y="1253169"/>
              <a:ext cx="86373" cy="115297"/>
            </a:xfrm>
            <a:custGeom>
              <a:avLst/>
              <a:gdLst>
                <a:gd name="connsiteX0" fmla="*/ 41950 w 86373"/>
                <a:gd name="connsiteY0" fmla="*/ 111614 h 115297"/>
                <a:gd name="connsiteX1" fmla="*/ 18931 w 86373"/>
                <a:gd name="connsiteY1" fmla="*/ 107234 h 115297"/>
                <a:gd name="connsiteX2" fmla="*/ 2837 w 86373"/>
                <a:gd name="connsiteY2" fmla="*/ 95011 h 115297"/>
                <a:gd name="connsiteX3" fmla="*/ -3682 w 86373"/>
                <a:gd name="connsiteY3" fmla="*/ 76983 h 115297"/>
                <a:gd name="connsiteX4" fmla="*/ 15467 w 86373"/>
                <a:gd name="connsiteY4" fmla="*/ 76983 h 115297"/>
                <a:gd name="connsiteX5" fmla="*/ 23311 w 86373"/>
                <a:gd name="connsiteY5" fmla="*/ 90632 h 115297"/>
                <a:gd name="connsiteX6" fmla="*/ 41746 w 86373"/>
                <a:gd name="connsiteY6" fmla="*/ 95928 h 115297"/>
                <a:gd name="connsiteX7" fmla="*/ 58449 w 86373"/>
                <a:gd name="connsiteY7" fmla="*/ 91243 h 115297"/>
                <a:gd name="connsiteX8" fmla="*/ 64561 w 86373"/>
                <a:gd name="connsiteY8" fmla="*/ 79427 h 115297"/>
                <a:gd name="connsiteX9" fmla="*/ 58042 w 86373"/>
                <a:gd name="connsiteY9" fmla="*/ 68529 h 115297"/>
                <a:gd name="connsiteX10" fmla="*/ 37875 w 86373"/>
                <a:gd name="connsiteY10" fmla="*/ 61502 h 115297"/>
                <a:gd name="connsiteX11" fmla="*/ 17607 w 86373"/>
                <a:gd name="connsiteY11" fmla="*/ 54881 h 115297"/>
                <a:gd name="connsiteX12" fmla="*/ 4162 w 86373"/>
                <a:gd name="connsiteY12" fmla="*/ 44900 h 115297"/>
                <a:gd name="connsiteX13" fmla="*/ -1440 w 86373"/>
                <a:gd name="connsiteY13" fmla="*/ 27483 h 115297"/>
                <a:gd name="connsiteX14" fmla="*/ 3652 w 86373"/>
                <a:gd name="connsiteY14" fmla="*/ 11797 h 115297"/>
                <a:gd name="connsiteX15" fmla="*/ 18116 w 86373"/>
                <a:gd name="connsiteY15" fmla="*/ 492 h 115297"/>
                <a:gd name="connsiteX16" fmla="*/ 39506 w 86373"/>
                <a:gd name="connsiteY16" fmla="*/ -3684 h 115297"/>
                <a:gd name="connsiteX17" fmla="*/ 69450 w 86373"/>
                <a:gd name="connsiteY17" fmla="*/ 5686 h 115297"/>
                <a:gd name="connsiteX18" fmla="*/ 81672 w 86373"/>
                <a:gd name="connsiteY18" fmla="*/ 31354 h 115297"/>
                <a:gd name="connsiteX19" fmla="*/ 63135 w 86373"/>
                <a:gd name="connsiteY19" fmla="*/ 31354 h 115297"/>
                <a:gd name="connsiteX20" fmla="*/ 56107 w 86373"/>
                <a:gd name="connsiteY20" fmla="*/ 17298 h 115297"/>
                <a:gd name="connsiteX21" fmla="*/ 38893 w 86373"/>
                <a:gd name="connsiteY21" fmla="*/ 12001 h 115297"/>
                <a:gd name="connsiteX22" fmla="*/ 23004 w 86373"/>
                <a:gd name="connsiteY22" fmla="*/ 16278 h 115297"/>
                <a:gd name="connsiteX23" fmla="*/ 17097 w 86373"/>
                <a:gd name="connsiteY23" fmla="*/ 27483 h 115297"/>
                <a:gd name="connsiteX24" fmla="*/ 20661 w 86373"/>
                <a:gd name="connsiteY24" fmla="*/ 36548 h 115297"/>
                <a:gd name="connsiteX25" fmla="*/ 29626 w 86373"/>
                <a:gd name="connsiteY25" fmla="*/ 42252 h 115297"/>
                <a:gd name="connsiteX26" fmla="*/ 44597 w 86373"/>
                <a:gd name="connsiteY26" fmla="*/ 47039 h 115297"/>
                <a:gd name="connsiteX27" fmla="*/ 64154 w 86373"/>
                <a:gd name="connsiteY27" fmla="*/ 53455 h 115297"/>
                <a:gd name="connsiteX28" fmla="*/ 77089 w 86373"/>
                <a:gd name="connsiteY28" fmla="*/ 62927 h 115297"/>
                <a:gd name="connsiteX29" fmla="*/ 82692 w 86373"/>
                <a:gd name="connsiteY29" fmla="*/ 79427 h 115297"/>
                <a:gd name="connsiteX30" fmla="*/ 77598 w 86373"/>
                <a:gd name="connsiteY30" fmla="*/ 95928 h 115297"/>
                <a:gd name="connsiteX31" fmla="*/ 63236 w 86373"/>
                <a:gd name="connsiteY31" fmla="*/ 107438 h 115297"/>
                <a:gd name="connsiteX32" fmla="*/ 41950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41950" y="111614"/>
                  </a:moveTo>
                  <a:cubicBezTo>
                    <a:pt x="33394" y="111614"/>
                    <a:pt x="25720" y="110154"/>
                    <a:pt x="18931" y="107234"/>
                  </a:cubicBezTo>
                  <a:cubicBezTo>
                    <a:pt x="12140" y="104314"/>
                    <a:pt x="6775" y="100240"/>
                    <a:pt x="2837" y="95011"/>
                  </a:cubicBezTo>
                  <a:cubicBezTo>
                    <a:pt x="-1101" y="89783"/>
                    <a:pt x="-3274" y="83774"/>
                    <a:pt x="-3682" y="76983"/>
                  </a:cubicBezTo>
                  <a:lnTo>
                    <a:pt x="15467" y="76983"/>
                  </a:lnTo>
                  <a:cubicBezTo>
                    <a:pt x="16011" y="82552"/>
                    <a:pt x="18625" y="87101"/>
                    <a:pt x="23311" y="90632"/>
                  </a:cubicBezTo>
                  <a:cubicBezTo>
                    <a:pt x="27995" y="94162"/>
                    <a:pt x="34140" y="95928"/>
                    <a:pt x="41746" y="95928"/>
                  </a:cubicBezTo>
                  <a:cubicBezTo>
                    <a:pt x="48807" y="95928"/>
                    <a:pt x="54376" y="94366"/>
                    <a:pt x="58449" y="91243"/>
                  </a:cubicBezTo>
                  <a:cubicBezTo>
                    <a:pt x="62524" y="88119"/>
                    <a:pt x="64561" y="84181"/>
                    <a:pt x="64561" y="79427"/>
                  </a:cubicBezTo>
                  <a:cubicBezTo>
                    <a:pt x="64561" y="74539"/>
                    <a:pt x="62389" y="70906"/>
                    <a:pt x="58042" y="68529"/>
                  </a:cubicBezTo>
                  <a:cubicBezTo>
                    <a:pt x="53697" y="66153"/>
                    <a:pt x="46974" y="63811"/>
                    <a:pt x="37875" y="61502"/>
                  </a:cubicBezTo>
                  <a:cubicBezTo>
                    <a:pt x="29592" y="59328"/>
                    <a:pt x="22835" y="57122"/>
                    <a:pt x="17607" y="54881"/>
                  </a:cubicBezTo>
                  <a:cubicBezTo>
                    <a:pt x="12378" y="52640"/>
                    <a:pt x="7896" y="49313"/>
                    <a:pt x="4162" y="44900"/>
                  </a:cubicBezTo>
                  <a:cubicBezTo>
                    <a:pt x="427" y="40486"/>
                    <a:pt x="-1440" y="34681"/>
                    <a:pt x="-1440" y="27483"/>
                  </a:cubicBezTo>
                  <a:cubicBezTo>
                    <a:pt x="-1440" y="21778"/>
                    <a:pt x="258" y="16550"/>
                    <a:pt x="3652" y="11797"/>
                  </a:cubicBezTo>
                  <a:cubicBezTo>
                    <a:pt x="7047" y="7043"/>
                    <a:pt x="11868" y="3275"/>
                    <a:pt x="18116" y="492"/>
                  </a:cubicBezTo>
                  <a:cubicBezTo>
                    <a:pt x="24363" y="-2293"/>
                    <a:pt x="31493" y="-3684"/>
                    <a:pt x="39506" y="-3684"/>
                  </a:cubicBezTo>
                  <a:cubicBezTo>
                    <a:pt x="51864" y="-3684"/>
                    <a:pt x="61845" y="-561"/>
                    <a:pt x="69450" y="5686"/>
                  </a:cubicBezTo>
                  <a:cubicBezTo>
                    <a:pt x="77056" y="11933"/>
                    <a:pt x="81129" y="20488"/>
                    <a:pt x="81672" y="31354"/>
                  </a:cubicBezTo>
                  <a:lnTo>
                    <a:pt x="63135" y="31354"/>
                  </a:lnTo>
                  <a:cubicBezTo>
                    <a:pt x="62728" y="25513"/>
                    <a:pt x="60385" y="20829"/>
                    <a:pt x="56107" y="17298"/>
                  </a:cubicBezTo>
                  <a:cubicBezTo>
                    <a:pt x="51830" y="13766"/>
                    <a:pt x="46091" y="12001"/>
                    <a:pt x="38893" y="12001"/>
                  </a:cubicBezTo>
                  <a:cubicBezTo>
                    <a:pt x="32239" y="12001"/>
                    <a:pt x="26942" y="13427"/>
                    <a:pt x="23004" y="16278"/>
                  </a:cubicBezTo>
                  <a:cubicBezTo>
                    <a:pt x="19066" y="19131"/>
                    <a:pt x="17097" y="22865"/>
                    <a:pt x="17097" y="27483"/>
                  </a:cubicBezTo>
                  <a:cubicBezTo>
                    <a:pt x="17097" y="31150"/>
                    <a:pt x="18286" y="34171"/>
                    <a:pt x="20661" y="36548"/>
                  </a:cubicBezTo>
                  <a:cubicBezTo>
                    <a:pt x="23039" y="38923"/>
                    <a:pt x="26027" y="40825"/>
                    <a:pt x="29626" y="42252"/>
                  </a:cubicBezTo>
                  <a:cubicBezTo>
                    <a:pt x="33225" y="43678"/>
                    <a:pt x="38215" y="45273"/>
                    <a:pt x="44597" y="47039"/>
                  </a:cubicBezTo>
                  <a:cubicBezTo>
                    <a:pt x="52610" y="49211"/>
                    <a:pt x="59129" y="51350"/>
                    <a:pt x="64154" y="53455"/>
                  </a:cubicBezTo>
                  <a:cubicBezTo>
                    <a:pt x="69178" y="55560"/>
                    <a:pt x="73489" y="58717"/>
                    <a:pt x="77089" y="62927"/>
                  </a:cubicBezTo>
                  <a:cubicBezTo>
                    <a:pt x="80688" y="67138"/>
                    <a:pt x="82555" y="72638"/>
                    <a:pt x="82692" y="79427"/>
                  </a:cubicBezTo>
                  <a:cubicBezTo>
                    <a:pt x="82692" y="85539"/>
                    <a:pt x="80994" y="91039"/>
                    <a:pt x="77598" y="95928"/>
                  </a:cubicBezTo>
                  <a:cubicBezTo>
                    <a:pt x="74203" y="100816"/>
                    <a:pt x="69416" y="104653"/>
                    <a:pt x="63236" y="107438"/>
                  </a:cubicBezTo>
                  <a:cubicBezTo>
                    <a:pt x="57058" y="110222"/>
                    <a:pt x="49962" y="111614"/>
                    <a:pt x="41950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CB8A7EC-57DE-6448-D971-C3DCCF00449C}"/>
                </a:ext>
              </a:extLst>
            </p:cNvPr>
            <p:cNvSpPr/>
            <p:nvPr/>
          </p:nvSpPr>
          <p:spPr>
            <a:xfrm>
              <a:off x="-1164142" y="1253169"/>
              <a:ext cx="112855" cy="115297"/>
            </a:xfrm>
            <a:custGeom>
              <a:avLst/>
              <a:gdLst>
                <a:gd name="connsiteX0" fmla="*/ 50987 w 112855"/>
                <a:gd name="connsiteY0" fmla="*/ 111614 h 115297"/>
                <a:gd name="connsiteX1" fmla="*/ 22571 w 112855"/>
                <a:gd name="connsiteY1" fmla="*/ 104484 h 115297"/>
                <a:gd name="connsiteX2" fmla="*/ 2607 w 112855"/>
                <a:gd name="connsiteY2" fmla="*/ 84216 h 115297"/>
                <a:gd name="connsiteX3" fmla="*/ -4625 w 112855"/>
                <a:gd name="connsiteY3" fmla="*/ 53761 h 115297"/>
                <a:gd name="connsiteX4" fmla="*/ 2811 w 112855"/>
                <a:gd name="connsiteY4" fmla="*/ 23510 h 115297"/>
                <a:gd name="connsiteX5" fmla="*/ 23079 w 112855"/>
                <a:gd name="connsiteY5" fmla="*/ 3343 h 115297"/>
                <a:gd name="connsiteX6" fmla="*/ 51804 w 112855"/>
                <a:gd name="connsiteY6" fmla="*/ -3684 h 115297"/>
                <a:gd name="connsiteX7" fmla="*/ 80526 w 112855"/>
                <a:gd name="connsiteY7" fmla="*/ 3343 h 115297"/>
                <a:gd name="connsiteX8" fmla="*/ 100795 w 112855"/>
                <a:gd name="connsiteY8" fmla="*/ 23408 h 115297"/>
                <a:gd name="connsiteX9" fmla="*/ 108231 w 112855"/>
                <a:gd name="connsiteY9" fmla="*/ 53761 h 115297"/>
                <a:gd name="connsiteX10" fmla="*/ 100591 w 112855"/>
                <a:gd name="connsiteY10" fmla="*/ 84216 h 115297"/>
                <a:gd name="connsiteX11" fmla="*/ 79914 w 112855"/>
                <a:gd name="connsiteY11" fmla="*/ 104484 h 115297"/>
                <a:gd name="connsiteX12" fmla="*/ 50987 w 112855"/>
                <a:gd name="connsiteY12" fmla="*/ 111614 h 115297"/>
                <a:gd name="connsiteX13" fmla="*/ 50987 w 112855"/>
                <a:gd name="connsiteY13" fmla="*/ 95317 h 115297"/>
                <a:gd name="connsiteX14" fmla="*/ 69729 w 112855"/>
                <a:gd name="connsiteY14" fmla="*/ 90632 h 115297"/>
                <a:gd name="connsiteX15" fmla="*/ 83887 w 112855"/>
                <a:gd name="connsiteY15" fmla="*/ 76576 h 115297"/>
                <a:gd name="connsiteX16" fmla="*/ 89285 w 112855"/>
                <a:gd name="connsiteY16" fmla="*/ 53761 h 115297"/>
                <a:gd name="connsiteX17" fmla="*/ 83989 w 112855"/>
                <a:gd name="connsiteY17" fmla="*/ 30946 h 115297"/>
                <a:gd name="connsiteX18" fmla="*/ 70136 w 112855"/>
                <a:gd name="connsiteY18" fmla="*/ 16992 h 115297"/>
                <a:gd name="connsiteX19" fmla="*/ 51598 w 112855"/>
                <a:gd name="connsiteY19" fmla="*/ 12408 h 115297"/>
                <a:gd name="connsiteX20" fmla="*/ 32959 w 112855"/>
                <a:gd name="connsiteY20" fmla="*/ 16992 h 115297"/>
                <a:gd name="connsiteX21" fmla="*/ 19413 w 112855"/>
                <a:gd name="connsiteY21" fmla="*/ 30946 h 115297"/>
                <a:gd name="connsiteX22" fmla="*/ 14320 w 112855"/>
                <a:gd name="connsiteY22" fmla="*/ 53761 h 115297"/>
                <a:gd name="connsiteX23" fmla="*/ 19311 w 112855"/>
                <a:gd name="connsiteY23" fmla="*/ 76780 h 115297"/>
                <a:gd name="connsiteX24" fmla="*/ 32655 w 112855"/>
                <a:gd name="connsiteY24" fmla="*/ 90734 h 115297"/>
                <a:gd name="connsiteX25" fmla="*/ 50987 w 112855"/>
                <a:gd name="connsiteY25" fmla="*/ 95317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2855" h="115297">
                  <a:moveTo>
                    <a:pt x="50987" y="111614"/>
                  </a:moveTo>
                  <a:cubicBezTo>
                    <a:pt x="40531" y="111614"/>
                    <a:pt x="31058" y="109236"/>
                    <a:pt x="22571" y="104484"/>
                  </a:cubicBezTo>
                  <a:cubicBezTo>
                    <a:pt x="14082" y="99731"/>
                    <a:pt x="7428" y="92975"/>
                    <a:pt x="2607" y="84216"/>
                  </a:cubicBezTo>
                  <a:cubicBezTo>
                    <a:pt x="-2214" y="75455"/>
                    <a:pt x="-4625" y="65305"/>
                    <a:pt x="-4625" y="53761"/>
                  </a:cubicBezTo>
                  <a:cubicBezTo>
                    <a:pt x="-4625" y="42353"/>
                    <a:pt x="-2145" y="32269"/>
                    <a:pt x="2811" y="23510"/>
                  </a:cubicBezTo>
                  <a:cubicBezTo>
                    <a:pt x="7767" y="14751"/>
                    <a:pt x="14524" y="8029"/>
                    <a:pt x="23079" y="3343"/>
                  </a:cubicBezTo>
                  <a:cubicBezTo>
                    <a:pt x="31636" y="-1343"/>
                    <a:pt x="41210" y="-3684"/>
                    <a:pt x="51804" y="-3684"/>
                  </a:cubicBezTo>
                  <a:cubicBezTo>
                    <a:pt x="62396" y="-3684"/>
                    <a:pt x="71969" y="-1343"/>
                    <a:pt x="80526" y="3343"/>
                  </a:cubicBezTo>
                  <a:cubicBezTo>
                    <a:pt x="89082" y="8029"/>
                    <a:pt x="95838" y="14717"/>
                    <a:pt x="100795" y="23408"/>
                  </a:cubicBezTo>
                  <a:cubicBezTo>
                    <a:pt x="105751" y="32100"/>
                    <a:pt x="108231" y="42218"/>
                    <a:pt x="108231" y="53761"/>
                  </a:cubicBezTo>
                  <a:cubicBezTo>
                    <a:pt x="108231" y="65305"/>
                    <a:pt x="105684" y="75455"/>
                    <a:pt x="100591" y="84216"/>
                  </a:cubicBezTo>
                  <a:cubicBezTo>
                    <a:pt x="95498" y="92975"/>
                    <a:pt x="88606" y="99731"/>
                    <a:pt x="79914" y="104484"/>
                  </a:cubicBezTo>
                  <a:cubicBezTo>
                    <a:pt x="71223" y="109236"/>
                    <a:pt x="61581" y="111614"/>
                    <a:pt x="50987" y="111614"/>
                  </a:cubicBezTo>
                  <a:close/>
                  <a:moveTo>
                    <a:pt x="50987" y="95317"/>
                  </a:moveTo>
                  <a:cubicBezTo>
                    <a:pt x="57643" y="95317"/>
                    <a:pt x="63890" y="93755"/>
                    <a:pt x="69729" y="90632"/>
                  </a:cubicBezTo>
                  <a:cubicBezTo>
                    <a:pt x="75568" y="87508"/>
                    <a:pt x="80288" y="82823"/>
                    <a:pt x="83887" y="76576"/>
                  </a:cubicBezTo>
                  <a:cubicBezTo>
                    <a:pt x="87485" y="70329"/>
                    <a:pt x="89285" y="62724"/>
                    <a:pt x="89285" y="53761"/>
                  </a:cubicBezTo>
                  <a:cubicBezTo>
                    <a:pt x="89285" y="44798"/>
                    <a:pt x="87519" y="37193"/>
                    <a:pt x="83989" y="30946"/>
                  </a:cubicBezTo>
                  <a:cubicBezTo>
                    <a:pt x="80458" y="24698"/>
                    <a:pt x="75840" y="20047"/>
                    <a:pt x="70136" y="16992"/>
                  </a:cubicBezTo>
                  <a:cubicBezTo>
                    <a:pt x="64432" y="13937"/>
                    <a:pt x="58254" y="12408"/>
                    <a:pt x="51598" y="12408"/>
                  </a:cubicBezTo>
                  <a:cubicBezTo>
                    <a:pt x="44809" y="12408"/>
                    <a:pt x="38597" y="13937"/>
                    <a:pt x="32959" y="16992"/>
                  </a:cubicBezTo>
                  <a:cubicBezTo>
                    <a:pt x="27324" y="20047"/>
                    <a:pt x="22809" y="24698"/>
                    <a:pt x="19413" y="30946"/>
                  </a:cubicBezTo>
                  <a:cubicBezTo>
                    <a:pt x="16018" y="37193"/>
                    <a:pt x="14320" y="44798"/>
                    <a:pt x="14320" y="53761"/>
                  </a:cubicBezTo>
                  <a:cubicBezTo>
                    <a:pt x="14320" y="62859"/>
                    <a:pt x="15984" y="70533"/>
                    <a:pt x="19311" y="76780"/>
                  </a:cubicBezTo>
                  <a:cubicBezTo>
                    <a:pt x="22639" y="83026"/>
                    <a:pt x="27086" y="87678"/>
                    <a:pt x="32655" y="90734"/>
                  </a:cubicBezTo>
                  <a:cubicBezTo>
                    <a:pt x="38222" y="93789"/>
                    <a:pt x="44333" y="95317"/>
                    <a:pt x="50987" y="95317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5C3CE6A-E34E-8110-7A93-5F505E49B504}"/>
                </a:ext>
              </a:extLst>
            </p:cNvPr>
            <p:cNvSpPr/>
            <p:nvPr/>
          </p:nvSpPr>
          <p:spPr>
            <a:xfrm>
              <a:off x="-977472" y="1252965"/>
              <a:ext cx="54594" cy="113668"/>
            </a:xfrm>
            <a:custGeom>
              <a:avLst/>
              <a:gdLst>
                <a:gd name="connsiteX0" fmla="*/ 13033 w 54594"/>
                <a:gd name="connsiteY0" fmla="*/ 16488 h 113668"/>
                <a:gd name="connsiteX1" fmla="*/ 26986 w 54594"/>
                <a:gd name="connsiteY1" fmla="*/ 1618 h 113668"/>
                <a:gd name="connsiteX2" fmla="*/ 49089 w 54594"/>
                <a:gd name="connsiteY2" fmla="*/ -3678 h 113668"/>
                <a:gd name="connsiteX3" fmla="*/ 49089 w 54594"/>
                <a:gd name="connsiteY3" fmla="*/ 15470 h 113668"/>
                <a:gd name="connsiteX4" fmla="*/ 44199 w 54594"/>
                <a:gd name="connsiteY4" fmla="*/ 15470 h 113668"/>
                <a:gd name="connsiteX5" fmla="*/ 13033 w 54594"/>
                <a:gd name="connsiteY5" fmla="*/ 49285 h 113668"/>
                <a:gd name="connsiteX6" fmla="*/ 13033 w 54594"/>
                <a:gd name="connsiteY6" fmla="*/ 109990 h 113668"/>
                <a:gd name="connsiteX7" fmla="*/ -5505 w 54594"/>
                <a:gd name="connsiteY7" fmla="*/ 109990 h 113668"/>
                <a:gd name="connsiteX8" fmla="*/ -5505 w 54594"/>
                <a:gd name="connsiteY8" fmla="*/ -1641 h 113668"/>
                <a:gd name="connsiteX9" fmla="*/ 13033 w 54594"/>
                <a:gd name="connsiteY9" fmla="*/ -1641 h 113668"/>
                <a:gd name="connsiteX10" fmla="*/ 13033 w 54594"/>
                <a:gd name="connsiteY10" fmla="*/ 16488 h 11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594" h="113668">
                  <a:moveTo>
                    <a:pt x="13033" y="16488"/>
                  </a:moveTo>
                  <a:cubicBezTo>
                    <a:pt x="16291" y="10106"/>
                    <a:pt x="20943" y="5148"/>
                    <a:pt x="26986" y="1618"/>
                  </a:cubicBezTo>
                  <a:cubicBezTo>
                    <a:pt x="33029" y="-1913"/>
                    <a:pt x="40397" y="-3678"/>
                    <a:pt x="49089" y="-3678"/>
                  </a:cubicBezTo>
                  <a:lnTo>
                    <a:pt x="49089" y="15470"/>
                  </a:lnTo>
                  <a:lnTo>
                    <a:pt x="44199" y="15470"/>
                  </a:lnTo>
                  <a:cubicBezTo>
                    <a:pt x="23421" y="15470"/>
                    <a:pt x="13033" y="26743"/>
                    <a:pt x="13033" y="49285"/>
                  </a:cubicBezTo>
                  <a:lnTo>
                    <a:pt x="13033" y="109990"/>
                  </a:lnTo>
                  <a:lnTo>
                    <a:pt x="-5505" y="109990"/>
                  </a:lnTo>
                  <a:lnTo>
                    <a:pt x="-5505" y="-1641"/>
                  </a:lnTo>
                  <a:lnTo>
                    <a:pt x="13033" y="-1641"/>
                  </a:lnTo>
                  <a:lnTo>
                    <a:pt x="13033" y="16488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1724790-94AB-D1C0-7597-EE68697DDD09}"/>
                </a:ext>
              </a:extLst>
            </p:cNvPr>
            <p:cNvSpPr/>
            <p:nvPr/>
          </p:nvSpPr>
          <p:spPr>
            <a:xfrm>
              <a:off x="-857577" y="1253169"/>
              <a:ext cx="86373" cy="115297"/>
            </a:xfrm>
            <a:custGeom>
              <a:avLst/>
              <a:gdLst>
                <a:gd name="connsiteX0" fmla="*/ 39384 w 86373"/>
                <a:gd name="connsiteY0" fmla="*/ 111614 h 115297"/>
                <a:gd name="connsiteX1" fmla="*/ 16364 w 86373"/>
                <a:gd name="connsiteY1" fmla="*/ 107234 h 115297"/>
                <a:gd name="connsiteX2" fmla="*/ 272 w 86373"/>
                <a:gd name="connsiteY2" fmla="*/ 95011 h 115297"/>
                <a:gd name="connsiteX3" fmla="*/ -6247 w 86373"/>
                <a:gd name="connsiteY3" fmla="*/ 76983 h 115297"/>
                <a:gd name="connsiteX4" fmla="*/ 12902 w 86373"/>
                <a:gd name="connsiteY4" fmla="*/ 76983 h 115297"/>
                <a:gd name="connsiteX5" fmla="*/ 20744 w 86373"/>
                <a:gd name="connsiteY5" fmla="*/ 90632 h 115297"/>
                <a:gd name="connsiteX6" fmla="*/ 39181 w 86373"/>
                <a:gd name="connsiteY6" fmla="*/ 95928 h 115297"/>
                <a:gd name="connsiteX7" fmla="*/ 55884 w 86373"/>
                <a:gd name="connsiteY7" fmla="*/ 91243 h 115297"/>
                <a:gd name="connsiteX8" fmla="*/ 61996 w 86373"/>
                <a:gd name="connsiteY8" fmla="*/ 79427 h 115297"/>
                <a:gd name="connsiteX9" fmla="*/ 55477 w 86373"/>
                <a:gd name="connsiteY9" fmla="*/ 68529 h 115297"/>
                <a:gd name="connsiteX10" fmla="*/ 35309 w 86373"/>
                <a:gd name="connsiteY10" fmla="*/ 61502 h 115297"/>
                <a:gd name="connsiteX11" fmla="*/ 15041 w 86373"/>
                <a:gd name="connsiteY11" fmla="*/ 54881 h 115297"/>
                <a:gd name="connsiteX12" fmla="*/ 1596 w 86373"/>
                <a:gd name="connsiteY12" fmla="*/ 44900 h 115297"/>
                <a:gd name="connsiteX13" fmla="*/ -4005 w 86373"/>
                <a:gd name="connsiteY13" fmla="*/ 27483 h 115297"/>
                <a:gd name="connsiteX14" fmla="*/ 1086 w 86373"/>
                <a:gd name="connsiteY14" fmla="*/ 11797 h 115297"/>
                <a:gd name="connsiteX15" fmla="*/ 15549 w 86373"/>
                <a:gd name="connsiteY15" fmla="*/ 492 h 115297"/>
                <a:gd name="connsiteX16" fmla="*/ 36939 w 86373"/>
                <a:gd name="connsiteY16" fmla="*/ -3684 h 115297"/>
                <a:gd name="connsiteX17" fmla="*/ 66885 w 86373"/>
                <a:gd name="connsiteY17" fmla="*/ 5686 h 115297"/>
                <a:gd name="connsiteX18" fmla="*/ 79106 w 86373"/>
                <a:gd name="connsiteY18" fmla="*/ 31354 h 115297"/>
                <a:gd name="connsiteX19" fmla="*/ 60570 w 86373"/>
                <a:gd name="connsiteY19" fmla="*/ 31354 h 115297"/>
                <a:gd name="connsiteX20" fmla="*/ 53541 w 86373"/>
                <a:gd name="connsiteY20" fmla="*/ 17298 h 115297"/>
                <a:gd name="connsiteX21" fmla="*/ 36328 w 86373"/>
                <a:gd name="connsiteY21" fmla="*/ 12001 h 115297"/>
                <a:gd name="connsiteX22" fmla="*/ 20439 w 86373"/>
                <a:gd name="connsiteY22" fmla="*/ 16278 h 115297"/>
                <a:gd name="connsiteX23" fmla="*/ 14531 w 86373"/>
                <a:gd name="connsiteY23" fmla="*/ 27483 h 115297"/>
                <a:gd name="connsiteX24" fmla="*/ 18096 w 86373"/>
                <a:gd name="connsiteY24" fmla="*/ 36548 h 115297"/>
                <a:gd name="connsiteX25" fmla="*/ 27059 w 86373"/>
                <a:gd name="connsiteY25" fmla="*/ 42252 h 115297"/>
                <a:gd name="connsiteX26" fmla="*/ 42032 w 86373"/>
                <a:gd name="connsiteY26" fmla="*/ 47039 h 115297"/>
                <a:gd name="connsiteX27" fmla="*/ 61588 w 86373"/>
                <a:gd name="connsiteY27" fmla="*/ 53455 h 115297"/>
                <a:gd name="connsiteX28" fmla="*/ 74523 w 86373"/>
                <a:gd name="connsiteY28" fmla="*/ 62927 h 115297"/>
                <a:gd name="connsiteX29" fmla="*/ 80126 w 86373"/>
                <a:gd name="connsiteY29" fmla="*/ 79427 h 115297"/>
                <a:gd name="connsiteX30" fmla="*/ 75033 w 86373"/>
                <a:gd name="connsiteY30" fmla="*/ 95928 h 115297"/>
                <a:gd name="connsiteX31" fmla="*/ 60671 w 86373"/>
                <a:gd name="connsiteY31" fmla="*/ 107438 h 115297"/>
                <a:gd name="connsiteX32" fmla="*/ 39384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39384" y="111614"/>
                  </a:moveTo>
                  <a:cubicBezTo>
                    <a:pt x="30827" y="111614"/>
                    <a:pt x="23155" y="110154"/>
                    <a:pt x="16364" y="107234"/>
                  </a:cubicBezTo>
                  <a:cubicBezTo>
                    <a:pt x="9575" y="104314"/>
                    <a:pt x="4210" y="100240"/>
                    <a:pt x="272" y="95011"/>
                  </a:cubicBezTo>
                  <a:cubicBezTo>
                    <a:pt x="-3666" y="89783"/>
                    <a:pt x="-5840" y="83774"/>
                    <a:pt x="-6247" y="76983"/>
                  </a:cubicBezTo>
                  <a:lnTo>
                    <a:pt x="12902" y="76983"/>
                  </a:lnTo>
                  <a:cubicBezTo>
                    <a:pt x="13444" y="82552"/>
                    <a:pt x="16059" y="87101"/>
                    <a:pt x="20744" y="90632"/>
                  </a:cubicBezTo>
                  <a:cubicBezTo>
                    <a:pt x="25430" y="94162"/>
                    <a:pt x="31575" y="95928"/>
                    <a:pt x="39181" y="95928"/>
                  </a:cubicBezTo>
                  <a:cubicBezTo>
                    <a:pt x="46242" y="95928"/>
                    <a:pt x="51809" y="94366"/>
                    <a:pt x="55884" y="91243"/>
                  </a:cubicBezTo>
                  <a:cubicBezTo>
                    <a:pt x="59959" y="88119"/>
                    <a:pt x="61996" y="84181"/>
                    <a:pt x="61996" y="79427"/>
                  </a:cubicBezTo>
                  <a:cubicBezTo>
                    <a:pt x="61996" y="74539"/>
                    <a:pt x="59822" y="70906"/>
                    <a:pt x="55477" y="68529"/>
                  </a:cubicBezTo>
                  <a:cubicBezTo>
                    <a:pt x="51131" y="66153"/>
                    <a:pt x="44409" y="63811"/>
                    <a:pt x="35309" y="61502"/>
                  </a:cubicBezTo>
                  <a:cubicBezTo>
                    <a:pt x="27026" y="59328"/>
                    <a:pt x="20269" y="57122"/>
                    <a:pt x="15041" y="54881"/>
                  </a:cubicBezTo>
                  <a:cubicBezTo>
                    <a:pt x="9813" y="52640"/>
                    <a:pt x="5331" y="49313"/>
                    <a:pt x="1596" y="44900"/>
                  </a:cubicBezTo>
                  <a:cubicBezTo>
                    <a:pt x="-2138" y="40486"/>
                    <a:pt x="-4005" y="34681"/>
                    <a:pt x="-4005" y="27483"/>
                  </a:cubicBezTo>
                  <a:cubicBezTo>
                    <a:pt x="-4005" y="21778"/>
                    <a:pt x="-2309" y="16550"/>
                    <a:pt x="1086" y="11797"/>
                  </a:cubicBezTo>
                  <a:cubicBezTo>
                    <a:pt x="4482" y="7043"/>
                    <a:pt x="9303" y="3275"/>
                    <a:pt x="15549" y="492"/>
                  </a:cubicBezTo>
                  <a:cubicBezTo>
                    <a:pt x="21796" y="-2293"/>
                    <a:pt x="28926" y="-3684"/>
                    <a:pt x="36939" y="-3684"/>
                  </a:cubicBezTo>
                  <a:cubicBezTo>
                    <a:pt x="49297" y="-3684"/>
                    <a:pt x="59279" y="-561"/>
                    <a:pt x="66885" y="5686"/>
                  </a:cubicBezTo>
                  <a:cubicBezTo>
                    <a:pt x="74489" y="11933"/>
                    <a:pt x="78564" y="20488"/>
                    <a:pt x="79106" y="31354"/>
                  </a:cubicBezTo>
                  <a:lnTo>
                    <a:pt x="60570" y="31354"/>
                  </a:lnTo>
                  <a:cubicBezTo>
                    <a:pt x="60163" y="25513"/>
                    <a:pt x="57820" y="20829"/>
                    <a:pt x="53541" y="17298"/>
                  </a:cubicBezTo>
                  <a:cubicBezTo>
                    <a:pt x="49264" y="13766"/>
                    <a:pt x="43526" y="12001"/>
                    <a:pt x="36328" y="12001"/>
                  </a:cubicBezTo>
                  <a:cubicBezTo>
                    <a:pt x="29674" y="12001"/>
                    <a:pt x="24377" y="13427"/>
                    <a:pt x="20439" y="16278"/>
                  </a:cubicBezTo>
                  <a:cubicBezTo>
                    <a:pt x="16501" y="19131"/>
                    <a:pt x="14531" y="22865"/>
                    <a:pt x="14531" y="27483"/>
                  </a:cubicBezTo>
                  <a:cubicBezTo>
                    <a:pt x="14531" y="31150"/>
                    <a:pt x="15719" y="34171"/>
                    <a:pt x="18096" y="36548"/>
                  </a:cubicBezTo>
                  <a:cubicBezTo>
                    <a:pt x="20473" y="38923"/>
                    <a:pt x="23461" y="40825"/>
                    <a:pt x="27059" y="42252"/>
                  </a:cubicBezTo>
                  <a:cubicBezTo>
                    <a:pt x="30658" y="43678"/>
                    <a:pt x="35650" y="45273"/>
                    <a:pt x="42032" y="47039"/>
                  </a:cubicBezTo>
                  <a:cubicBezTo>
                    <a:pt x="50045" y="49211"/>
                    <a:pt x="56563" y="51350"/>
                    <a:pt x="61588" y="53455"/>
                  </a:cubicBezTo>
                  <a:cubicBezTo>
                    <a:pt x="66613" y="55560"/>
                    <a:pt x="70924" y="58717"/>
                    <a:pt x="74523" y="62927"/>
                  </a:cubicBezTo>
                  <a:cubicBezTo>
                    <a:pt x="78122" y="67138"/>
                    <a:pt x="79989" y="72638"/>
                    <a:pt x="80126" y="79427"/>
                  </a:cubicBezTo>
                  <a:cubicBezTo>
                    <a:pt x="80126" y="85539"/>
                    <a:pt x="78428" y="91039"/>
                    <a:pt x="75033" y="95928"/>
                  </a:cubicBezTo>
                  <a:cubicBezTo>
                    <a:pt x="71638" y="100816"/>
                    <a:pt x="66851" y="104653"/>
                    <a:pt x="60671" y="107438"/>
                  </a:cubicBezTo>
                  <a:cubicBezTo>
                    <a:pt x="54493" y="110222"/>
                    <a:pt x="47397" y="111614"/>
                    <a:pt x="39384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C17FE0E-B84A-7181-D5B4-C0E29F83B6EF}"/>
                </a:ext>
              </a:extLst>
            </p:cNvPr>
            <p:cNvSpPr/>
            <p:nvPr/>
          </p:nvSpPr>
          <p:spPr>
            <a:xfrm rot="19796186">
              <a:off x="-2006334" y="1241532"/>
              <a:ext cx="151108" cy="173844"/>
            </a:xfrm>
            <a:custGeom>
              <a:avLst/>
              <a:gdLst>
                <a:gd name="connsiteX0" fmla="*/ -2702 w 151108"/>
                <a:gd name="connsiteY0" fmla="*/ 76552 h 173844"/>
                <a:gd name="connsiteX1" fmla="*/ 148407 w 151108"/>
                <a:gd name="connsiteY1" fmla="*/ -11625 h 173844"/>
                <a:gd name="connsiteX2" fmla="*/ 148407 w 151108"/>
                <a:gd name="connsiteY2" fmla="*/ 162219 h 173844"/>
                <a:gd name="connsiteX3" fmla="*/ 129644 w 151108"/>
                <a:gd name="connsiteY3" fmla="*/ 152132 h 173844"/>
                <a:gd name="connsiteX4" fmla="*/ 129644 w 151108"/>
                <a:gd name="connsiteY4" fmla="*/ 124429 h 173844"/>
                <a:gd name="connsiteX5" fmla="*/ 40885 w 151108"/>
                <a:gd name="connsiteY5" fmla="*/ 71533 h 173844"/>
                <a:gd name="connsiteX6" fmla="*/ 16033 w 151108"/>
                <a:gd name="connsiteY6" fmla="*/ 86639 h 173844"/>
                <a:gd name="connsiteX7" fmla="*/ -2702 w 151108"/>
                <a:gd name="connsiteY7" fmla="*/ 76552 h 173844"/>
                <a:gd name="connsiteX8" fmla="*/ 54650 w 151108"/>
                <a:gd name="connsiteY8" fmla="*/ 63955 h 173844"/>
                <a:gd name="connsiteX9" fmla="*/ 129644 w 151108"/>
                <a:gd name="connsiteY9" fmla="*/ 106789 h 173844"/>
                <a:gd name="connsiteX10" fmla="*/ 129644 w 151108"/>
                <a:gd name="connsiteY10" fmla="*/ 21146 h 173844"/>
                <a:gd name="connsiteX11" fmla="*/ 54650 w 151108"/>
                <a:gd name="connsiteY11" fmla="*/ 63955 h 17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108" h="173844">
                  <a:moveTo>
                    <a:pt x="-2702" y="76552"/>
                  </a:moveTo>
                  <a:lnTo>
                    <a:pt x="148407" y="-11625"/>
                  </a:lnTo>
                  <a:lnTo>
                    <a:pt x="148407" y="162219"/>
                  </a:lnTo>
                  <a:lnTo>
                    <a:pt x="129644" y="152132"/>
                  </a:lnTo>
                  <a:lnTo>
                    <a:pt x="129644" y="124429"/>
                  </a:lnTo>
                  <a:lnTo>
                    <a:pt x="40885" y="71533"/>
                  </a:lnTo>
                  <a:lnTo>
                    <a:pt x="16033" y="86639"/>
                  </a:lnTo>
                  <a:lnTo>
                    <a:pt x="-2702" y="76552"/>
                  </a:lnTo>
                  <a:close/>
                  <a:moveTo>
                    <a:pt x="54650" y="63955"/>
                  </a:moveTo>
                  <a:lnTo>
                    <a:pt x="129644" y="106789"/>
                  </a:lnTo>
                  <a:lnTo>
                    <a:pt x="129644" y="21146"/>
                  </a:lnTo>
                  <a:lnTo>
                    <a:pt x="54650" y="63955"/>
                  </a:lnTo>
                  <a:close/>
                </a:path>
              </a:pathLst>
            </a:custGeom>
            <a:solidFill>
              <a:schemeClr val="bg1"/>
            </a:solidFill>
            <a:ln w="17264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3590000" y="-7841"/>
            <a:ext cx="5095951" cy="5156582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4047145" y="1721"/>
            <a:ext cx="5095951" cy="5141779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92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3590000" y="-7841"/>
            <a:ext cx="5095951" cy="5166144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4047145" y="1721"/>
            <a:ext cx="5095951" cy="5156582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69C7F-6EA6-6E39-4FE3-ECCB5966A3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750" y="3739631"/>
            <a:ext cx="1725990" cy="389149"/>
          </a:xfrm>
          <a:prstGeom prst="rect">
            <a:avLst/>
          </a:prstGeom>
        </p:spPr>
      </p:pic>
      <p:sp>
        <p:nvSpPr>
          <p:cNvPr id="2" name="Graphic 7">
            <a:extLst>
              <a:ext uri="{FF2B5EF4-FFF2-40B4-BE49-F238E27FC236}">
                <a16:creationId xmlns:a16="http://schemas.microsoft.com/office/drawing/2014/main" id="{B41EB870-7E27-7226-F82E-06FE73EB2650}"/>
              </a:ext>
            </a:extLst>
          </p:cNvPr>
          <p:cNvSpPr/>
          <p:nvPr userDrawn="1"/>
        </p:nvSpPr>
        <p:spPr>
          <a:xfrm>
            <a:off x="4519989" y="-440"/>
            <a:ext cx="5095951" cy="5141779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FFD039-6A46-3A21-2925-F5B1FDDE8D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049" y="1293093"/>
            <a:ext cx="5940145" cy="553998"/>
          </a:xfrm>
          <a:prstGeom prst="rect">
            <a:avLst/>
          </a:prstGeom>
        </p:spPr>
        <p:txBody>
          <a:bodyPr vert="horz" anchor="b"/>
          <a:lstStyle>
            <a:lvl1pPr algn="l">
              <a:defRPr sz="36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1DEB521-A4A0-7137-ABF5-859A3F6D45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8049" y="1867024"/>
            <a:ext cx="5940145" cy="43088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1600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3DF7A639-4564-2A6A-3324-B2453E8E3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049" y="2624735"/>
            <a:ext cx="2850110" cy="233910"/>
          </a:xfrm>
        </p:spPr>
        <p:txBody>
          <a:bodyPr tIns="9144" bIns="9144" anchor="b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986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in front of a group of people in a meeting&#10;&#10;Description automatically generated">
            <a:extLst>
              <a:ext uri="{FF2B5EF4-FFF2-40B4-BE49-F238E27FC236}">
                <a16:creationId xmlns:a16="http://schemas.microsoft.com/office/drawing/2014/main" id="{4A758298-57B4-AD70-0E0A-D778226836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EB6A88A-993E-F951-30A1-6090862EC6C8}"/>
              </a:ext>
            </a:extLst>
          </p:cNvPr>
          <p:cNvSpPr/>
          <p:nvPr userDrawn="1"/>
        </p:nvSpPr>
        <p:spPr>
          <a:xfrm flipH="1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92000">
                <a:schemeClr val="accent2">
                  <a:alpha val="0"/>
                </a:schemeClr>
              </a:gs>
            </a:gsLst>
            <a:lin ang="108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Graphik-Light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64BDB-5682-7099-EE06-0E08E771C741}"/>
              </a:ext>
            </a:extLst>
          </p:cNvPr>
          <p:cNvSpPr/>
          <p:nvPr userDrawn="1"/>
        </p:nvSpPr>
        <p:spPr>
          <a:xfrm flipH="1">
            <a:off x="14189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92000">
                <a:schemeClr val="accent2">
                  <a:alpha val="0"/>
                </a:schemeClr>
              </a:gs>
            </a:gsLst>
            <a:lin ang="108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lvl="0" indent="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Graphik-Light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16A413-578E-60B2-DC53-873BCAAB8F22}"/>
              </a:ext>
            </a:extLst>
          </p:cNvPr>
          <p:cNvGrpSpPr/>
          <p:nvPr userDrawn="1"/>
        </p:nvGrpSpPr>
        <p:grpSpPr>
          <a:xfrm>
            <a:off x="469200" y="3745514"/>
            <a:ext cx="1741808" cy="421631"/>
            <a:chOff x="-2459325" y="909338"/>
            <a:chExt cx="2090498" cy="50603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1149A7-41C5-3111-2D56-15AA166189C9}"/>
                </a:ext>
              </a:extLst>
            </p:cNvPr>
            <p:cNvSpPr/>
            <p:nvPr/>
          </p:nvSpPr>
          <p:spPr>
            <a:xfrm>
              <a:off x="-1594801" y="1254927"/>
              <a:ext cx="109813" cy="111433"/>
            </a:xfrm>
            <a:custGeom>
              <a:avLst/>
              <a:gdLst>
                <a:gd name="connsiteX0" fmla="*/ 49434 w 109813"/>
                <a:gd name="connsiteY0" fmla="*/ 83233 h 111433"/>
                <a:gd name="connsiteX1" fmla="*/ 83776 w 109813"/>
                <a:gd name="connsiteY1" fmla="*/ -10442 h 111433"/>
                <a:gd name="connsiteX2" fmla="*/ 104142 w 109813"/>
                <a:gd name="connsiteY2" fmla="*/ -10442 h 111433"/>
                <a:gd name="connsiteX3" fmla="*/ 60423 w 109813"/>
                <a:gd name="connsiteY3" fmla="*/ 100991 h 111433"/>
                <a:gd name="connsiteX4" fmla="*/ 38030 w 109813"/>
                <a:gd name="connsiteY4" fmla="*/ 100991 h 111433"/>
                <a:gd name="connsiteX5" fmla="*/ -5671 w 109813"/>
                <a:gd name="connsiteY5" fmla="*/ -10262 h 111433"/>
                <a:gd name="connsiteX6" fmla="*/ 14967 w 109813"/>
                <a:gd name="connsiteY6" fmla="*/ -10262 h 111433"/>
                <a:gd name="connsiteX7" fmla="*/ 49434 w 109813"/>
                <a:gd name="connsiteY7" fmla="*/ 83233 h 11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13" h="111433">
                  <a:moveTo>
                    <a:pt x="49434" y="83233"/>
                  </a:moveTo>
                  <a:lnTo>
                    <a:pt x="83776" y="-10442"/>
                  </a:lnTo>
                  <a:lnTo>
                    <a:pt x="104142" y="-10442"/>
                  </a:lnTo>
                  <a:lnTo>
                    <a:pt x="60423" y="100991"/>
                  </a:lnTo>
                  <a:lnTo>
                    <a:pt x="38030" y="100991"/>
                  </a:lnTo>
                  <a:lnTo>
                    <a:pt x="-5671" y="-10262"/>
                  </a:lnTo>
                  <a:lnTo>
                    <a:pt x="14967" y="-10262"/>
                  </a:lnTo>
                  <a:lnTo>
                    <a:pt x="49434" y="83233"/>
                  </a:lnTo>
                  <a:close/>
                </a:path>
              </a:pathLst>
            </a:custGeom>
            <a:solidFill>
              <a:schemeClr val="bg1"/>
            </a:solidFill>
            <a:ln w="180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05AC6C-542E-88F7-5B0B-EB95217AB480}"/>
                </a:ext>
              </a:extLst>
            </p:cNvPr>
            <p:cNvSpPr/>
            <p:nvPr/>
          </p:nvSpPr>
          <p:spPr>
            <a:xfrm rot="19821841">
              <a:off x="-2459325" y="958273"/>
              <a:ext cx="248542" cy="188457"/>
            </a:xfrm>
            <a:custGeom>
              <a:avLst/>
              <a:gdLst>
                <a:gd name="connsiteX0" fmla="*/ -4841 w 248542"/>
                <a:gd name="connsiteY0" fmla="*/ 140058 h 188457"/>
                <a:gd name="connsiteX1" fmla="*/ 243701 w 248542"/>
                <a:gd name="connsiteY1" fmla="*/ -9436 h 188457"/>
                <a:gd name="connsiteX2" fmla="*/ 243290 w 248542"/>
                <a:gd name="connsiteY2" fmla="*/ 70926 h 188457"/>
                <a:gd name="connsiteX3" fmla="*/ 236713 w 248542"/>
                <a:gd name="connsiteY3" fmla="*/ 74863 h 188457"/>
                <a:gd name="connsiteX4" fmla="*/ 63593 w 248542"/>
                <a:gd name="connsiteY4" fmla="*/ 179022 h 188457"/>
                <a:gd name="connsiteX5" fmla="*/ -4841 w 248542"/>
                <a:gd name="connsiteY5" fmla="*/ 140058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42" h="188457">
                  <a:moveTo>
                    <a:pt x="-4841" y="140058"/>
                  </a:moveTo>
                  <a:lnTo>
                    <a:pt x="243701" y="-9436"/>
                  </a:lnTo>
                  <a:lnTo>
                    <a:pt x="243290" y="70926"/>
                  </a:lnTo>
                  <a:lnTo>
                    <a:pt x="236713" y="74863"/>
                  </a:lnTo>
                  <a:lnTo>
                    <a:pt x="63593" y="179022"/>
                  </a:lnTo>
                  <a:lnTo>
                    <a:pt x="-4841" y="140058"/>
                  </a:lnTo>
                  <a:close/>
                </a:path>
              </a:pathLst>
            </a:custGeom>
            <a:solidFill>
              <a:srgbClr val="00B3B2"/>
            </a:solidFill>
            <a:ln w="368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1F28EE5-0897-4E10-2AC5-C35CD02B3341}"/>
                </a:ext>
              </a:extLst>
            </p:cNvPr>
            <p:cNvSpPr/>
            <p:nvPr/>
          </p:nvSpPr>
          <p:spPr>
            <a:xfrm rot="1712540">
              <a:off x="-2259001" y="948985"/>
              <a:ext cx="242434" cy="288023"/>
            </a:xfrm>
            <a:custGeom>
              <a:avLst/>
              <a:gdLst>
                <a:gd name="connsiteX0" fmla="*/ -2745 w 242434"/>
                <a:gd name="connsiteY0" fmla="*/ 276391 h 288023"/>
                <a:gd name="connsiteX1" fmla="*/ -2745 w 242434"/>
                <a:gd name="connsiteY1" fmla="*/ -11633 h 288023"/>
                <a:gd name="connsiteX2" fmla="*/ 239690 w 242434"/>
                <a:gd name="connsiteY2" fmla="*/ 144627 h 288023"/>
                <a:gd name="connsiteX3" fmla="*/ 181163 w 242434"/>
                <a:gd name="connsiteY3" fmla="*/ 176102 h 288023"/>
                <a:gd name="connsiteX4" fmla="*/ 151465 w 242434"/>
                <a:gd name="connsiteY4" fmla="*/ 157449 h 288023"/>
                <a:gd name="connsiteX5" fmla="*/ 55754 w 242434"/>
                <a:gd name="connsiteY5" fmla="*/ 209922 h 288023"/>
                <a:gd name="connsiteX6" fmla="*/ 55754 w 242434"/>
                <a:gd name="connsiteY6" fmla="*/ 244905 h 288023"/>
                <a:gd name="connsiteX7" fmla="*/ -2745 w 242434"/>
                <a:gd name="connsiteY7" fmla="*/ 276391 h 288023"/>
                <a:gd name="connsiteX8" fmla="*/ 55754 w 242434"/>
                <a:gd name="connsiteY8" fmla="*/ 95649 h 288023"/>
                <a:gd name="connsiteX9" fmla="*/ 55754 w 242434"/>
                <a:gd name="connsiteY9" fmla="*/ 171444 h 288023"/>
                <a:gd name="connsiteX10" fmla="*/ 119153 w 242434"/>
                <a:gd name="connsiteY10" fmla="*/ 136462 h 288023"/>
                <a:gd name="connsiteX11" fmla="*/ 55754 w 242434"/>
                <a:gd name="connsiteY11" fmla="*/ 95649 h 28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434" h="288023">
                  <a:moveTo>
                    <a:pt x="-2745" y="276391"/>
                  </a:moveTo>
                  <a:lnTo>
                    <a:pt x="-2745" y="-11633"/>
                  </a:lnTo>
                  <a:lnTo>
                    <a:pt x="239690" y="144627"/>
                  </a:lnTo>
                  <a:lnTo>
                    <a:pt x="181163" y="176102"/>
                  </a:lnTo>
                  <a:lnTo>
                    <a:pt x="151465" y="157449"/>
                  </a:lnTo>
                  <a:lnTo>
                    <a:pt x="55754" y="209922"/>
                  </a:lnTo>
                  <a:lnTo>
                    <a:pt x="55754" y="244905"/>
                  </a:lnTo>
                  <a:lnTo>
                    <a:pt x="-2745" y="276391"/>
                  </a:lnTo>
                  <a:close/>
                  <a:moveTo>
                    <a:pt x="55754" y="95649"/>
                  </a:moveTo>
                  <a:lnTo>
                    <a:pt x="55754" y="171444"/>
                  </a:lnTo>
                  <a:lnTo>
                    <a:pt x="119153" y="136462"/>
                  </a:lnTo>
                  <a:lnTo>
                    <a:pt x="55754" y="95649"/>
                  </a:lnTo>
                  <a:close/>
                </a:path>
              </a:pathLst>
            </a:custGeom>
            <a:solidFill>
              <a:schemeClr val="bg1"/>
            </a:solidFill>
            <a:ln w="815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E69D066-0CB0-513C-D86F-682F79EB6BFE}"/>
                </a:ext>
              </a:extLst>
            </p:cNvPr>
            <p:cNvSpPr/>
            <p:nvPr/>
          </p:nvSpPr>
          <p:spPr>
            <a:xfrm>
              <a:off x="-1995178" y="909338"/>
              <a:ext cx="200128" cy="254152"/>
            </a:xfrm>
            <a:custGeom>
              <a:avLst/>
              <a:gdLst>
                <a:gd name="connsiteX0" fmla="*/ 56742 w 200128"/>
                <a:gd name="connsiteY0" fmla="*/ 84973 h 254152"/>
                <a:gd name="connsiteX1" fmla="*/ 80187 w 200128"/>
                <a:gd name="connsiteY1" fmla="*/ 63567 h 254152"/>
                <a:gd name="connsiteX2" fmla="*/ 115184 w 200128"/>
                <a:gd name="connsiteY2" fmla="*/ 55411 h 254152"/>
                <a:gd name="connsiteX3" fmla="*/ 157655 w 200128"/>
                <a:gd name="connsiteY3" fmla="*/ 67303 h 254152"/>
                <a:gd name="connsiteX4" fmla="*/ 187725 w 200128"/>
                <a:gd name="connsiteY4" fmla="*/ 101281 h 254152"/>
                <a:gd name="connsiteX5" fmla="*/ 198769 w 200128"/>
                <a:gd name="connsiteY5" fmla="*/ 152589 h 254152"/>
                <a:gd name="connsiteX6" fmla="*/ 187725 w 200128"/>
                <a:gd name="connsiteY6" fmla="*/ 204065 h 254152"/>
                <a:gd name="connsiteX7" fmla="*/ 157655 w 200128"/>
                <a:gd name="connsiteY7" fmla="*/ 238380 h 254152"/>
                <a:gd name="connsiteX8" fmla="*/ 115184 w 200128"/>
                <a:gd name="connsiteY8" fmla="*/ 250443 h 254152"/>
                <a:gd name="connsiteX9" fmla="*/ 80187 w 200128"/>
                <a:gd name="connsiteY9" fmla="*/ 242459 h 254152"/>
                <a:gd name="connsiteX10" fmla="*/ 56742 w 200128"/>
                <a:gd name="connsiteY10" fmla="*/ 221221 h 254152"/>
                <a:gd name="connsiteX11" fmla="*/ 56742 w 200128"/>
                <a:gd name="connsiteY11" fmla="*/ 247725 h 254152"/>
                <a:gd name="connsiteX12" fmla="*/ -1359 w 200128"/>
                <a:gd name="connsiteY12" fmla="*/ 247725 h 254152"/>
                <a:gd name="connsiteX13" fmla="*/ -1359 w 200128"/>
                <a:gd name="connsiteY13" fmla="*/ -3709 h 254152"/>
                <a:gd name="connsiteX14" fmla="*/ 56742 w 200128"/>
                <a:gd name="connsiteY14" fmla="*/ -3709 h 254152"/>
                <a:gd name="connsiteX15" fmla="*/ 56742 w 200128"/>
                <a:gd name="connsiteY15" fmla="*/ 84973 h 254152"/>
                <a:gd name="connsiteX16" fmla="*/ 139648 w 200128"/>
                <a:gd name="connsiteY16" fmla="*/ 152589 h 254152"/>
                <a:gd name="connsiteX17" fmla="*/ 127585 w 200128"/>
                <a:gd name="connsiteY17" fmla="*/ 118440 h 254152"/>
                <a:gd name="connsiteX18" fmla="*/ 97854 w 200128"/>
                <a:gd name="connsiteY18" fmla="*/ 106039 h 254152"/>
                <a:gd name="connsiteX19" fmla="*/ 68463 w 200128"/>
                <a:gd name="connsiteY19" fmla="*/ 118611 h 254152"/>
                <a:gd name="connsiteX20" fmla="*/ 56403 w 200128"/>
                <a:gd name="connsiteY20" fmla="*/ 152928 h 254152"/>
                <a:gd name="connsiteX21" fmla="*/ 68463 w 200128"/>
                <a:gd name="connsiteY21" fmla="*/ 187246 h 254152"/>
                <a:gd name="connsiteX22" fmla="*/ 97854 w 200128"/>
                <a:gd name="connsiteY22" fmla="*/ 199817 h 254152"/>
                <a:gd name="connsiteX23" fmla="*/ 127416 w 200128"/>
                <a:gd name="connsiteY23" fmla="*/ 187075 h 254152"/>
                <a:gd name="connsiteX24" fmla="*/ 139648 w 200128"/>
                <a:gd name="connsiteY24" fmla="*/ 152589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56742" y="84973"/>
                  </a:moveTo>
                  <a:cubicBezTo>
                    <a:pt x="62178" y="76138"/>
                    <a:pt x="69993" y="69002"/>
                    <a:pt x="80187" y="63567"/>
                  </a:cubicBezTo>
                  <a:cubicBezTo>
                    <a:pt x="90381" y="58131"/>
                    <a:pt x="102045" y="55411"/>
                    <a:pt x="115184" y="55411"/>
                  </a:cubicBezTo>
                  <a:cubicBezTo>
                    <a:pt x="130813" y="55411"/>
                    <a:pt x="144969" y="59376"/>
                    <a:pt x="157655" y="67303"/>
                  </a:cubicBezTo>
                  <a:cubicBezTo>
                    <a:pt x="170340" y="75233"/>
                    <a:pt x="180363" y="86557"/>
                    <a:pt x="187725" y="101281"/>
                  </a:cubicBezTo>
                  <a:cubicBezTo>
                    <a:pt x="195087" y="116005"/>
                    <a:pt x="198769" y="133107"/>
                    <a:pt x="198769" y="152589"/>
                  </a:cubicBezTo>
                  <a:cubicBezTo>
                    <a:pt x="198769" y="172068"/>
                    <a:pt x="195087" y="189227"/>
                    <a:pt x="187725" y="204065"/>
                  </a:cubicBezTo>
                  <a:cubicBezTo>
                    <a:pt x="180363" y="218900"/>
                    <a:pt x="170340" y="230339"/>
                    <a:pt x="157655" y="238380"/>
                  </a:cubicBezTo>
                  <a:cubicBezTo>
                    <a:pt x="144969" y="246421"/>
                    <a:pt x="130813" y="250443"/>
                    <a:pt x="115184" y="250443"/>
                  </a:cubicBezTo>
                  <a:cubicBezTo>
                    <a:pt x="101819" y="250443"/>
                    <a:pt x="90153" y="247782"/>
                    <a:pt x="80187" y="242459"/>
                  </a:cubicBezTo>
                  <a:cubicBezTo>
                    <a:pt x="70219" y="237135"/>
                    <a:pt x="62403" y="230056"/>
                    <a:pt x="56742" y="221221"/>
                  </a:cubicBezTo>
                  <a:lnTo>
                    <a:pt x="56742" y="247725"/>
                  </a:lnTo>
                  <a:lnTo>
                    <a:pt x="-1359" y="247725"/>
                  </a:lnTo>
                  <a:lnTo>
                    <a:pt x="-1359" y="-3709"/>
                  </a:lnTo>
                  <a:lnTo>
                    <a:pt x="56742" y="-3709"/>
                  </a:lnTo>
                  <a:lnTo>
                    <a:pt x="56742" y="84973"/>
                  </a:lnTo>
                  <a:close/>
                  <a:moveTo>
                    <a:pt x="139648" y="152589"/>
                  </a:moveTo>
                  <a:cubicBezTo>
                    <a:pt x="139648" y="138091"/>
                    <a:pt x="135626" y="126709"/>
                    <a:pt x="127585" y="118440"/>
                  </a:cubicBezTo>
                  <a:cubicBezTo>
                    <a:pt x="119543" y="110173"/>
                    <a:pt x="109632" y="106039"/>
                    <a:pt x="97854" y="106039"/>
                  </a:cubicBezTo>
                  <a:cubicBezTo>
                    <a:pt x="86302" y="106039"/>
                    <a:pt x="76505" y="110230"/>
                    <a:pt x="68463" y="118611"/>
                  </a:cubicBezTo>
                  <a:cubicBezTo>
                    <a:pt x="60422" y="126992"/>
                    <a:pt x="56403" y="138430"/>
                    <a:pt x="56403" y="152928"/>
                  </a:cubicBezTo>
                  <a:cubicBezTo>
                    <a:pt x="56403" y="167424"/>
                    <a:pt x="60422" y="178862"/>
                    <a:pt x="68463" y="187246"/>
                  </a:cubicBezTo>
                  <a:cubicBezTo>
                    <a:pt x="76505" y="195627"/>
                    <a:pt x="86302" y="199817"/>
                    <a:pt x="97854" y="199817"/>
                  </a:cubicBezTo>
                  <a:cubicBezTo>
                    <a:pt x="109407" y="199817"/>
                    <a:pt x="119261" y="195570"/>
                    <a:pt x="127416" y="187075"/>
                  </a:cubicBezTo>
                  <a:cubicBezTo>
                    <a:pt x="135569" y="178580"/>
                    <a:pt x="139648" y="167084"/>
                    <a:pt x="139648" y="15258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F27C78-1C01-44A3-C202-4099689ECD55}"/>
                </a:ext>
              </a:extLst>
            </p:cNvPr>
            <p:cNvSpPr/>
            <p:nvPr/>
          </p:nvSpPr>
          <p:spPr>
            <a:xfrm>
              <a:off x="-1741943" y="968459"/>
              <a:ext cx="190274" cy="195031"/>
            </a:xfrm>
            <a:custGeom>
              <a:avLst/>
              <a:gdLst>
                <a:gd name="connsiteX0" fmla="*/ 188078 w 190274"/>
                <a:gd name="connsiteY0" fmla="*/ 90645 h 195031"/>
                <a:gd name="connsiteX1" fmla="*/ 187059 w 190274"/>
                <a:gd name="connsiteY1" fmla="*/ 107635 h 195031"/>
                <a:gd name="connsiteX2" fmla="*/ 55566 w 190274"/>
                <a:gd name="connsiteY2" fmla="*/ 107635 h 195031"/>
                <a:gd name="connsiteX3" fmla="*/ 66948 w 190274"/>
                <a:gd name="connsiteY3" fmla="*/ 134648 h 195031"/>
                <a:gd name="connsiteX4" fmla="*/ 91582 w 190274"/>
                <a:gd name="connsiteY4" fmla="*/ 143991 h 195031"/>
                <a:gd name="connsiteX5" fmla="*/ 121821 w 190274"/>
                <a:gd name="connsiteY5" fmla="*/ 125642 h 195031"/>
                <a:gd name="connsiteX6" fmla="*/ 183660 w 190274"/>
                <a:gd name="connsiteY6" fmla="*/ 125642 h 195031"/>
                <a:gd name="connsiteX7" fmla="*/ 166503 w 190274"/>
                <a:gd name="connsiteY7" fmla="*/ 159280 h 195031"/>
                <a:gd name="connsiteX8" fmla="*/ 135412 w 190274"/>
                <a:gd name="connsiteY8" fmla="*/ 182724 h 195031"/>
                <a:gd name="connsiteX9" fmla="*/ 93621 w 190274"/>
                <a:gd name="connsiteY9" fmla="*/ 191219 h 195031"/>
                <a:gd name="connsiteX10" fmla="*/ 44014 w 190274"/>
                <a:gd name="connsiteY10" fmla="*/ 179327 h 195031"/>
                <a:gd name="connsiteX11" fmla="*/ 10036 w 190274"/>
                <a:gd name="connsiteY11" fmla="*/ 145350 h 195031"/>
                <a:gd name="connsiteX12" fmla="*/ -2196 w 190274"/>
                <a:gd name="connsiteY12" fmla="*/ 93705 h 195031"/>
                <a:gd name="connsiteX13" fmla="*/ 9865 w 190274"/>
                <a:gd name="connsiteY13" fmla="*/ 42057 h 195031"/>
                <a:gd name="connsiteX14" fmla="*/ 43674 w 190274"/>
                <a:gd name="connsiteY14" fmla="*/ 8080 h 195031"/>
                <a:gd name="connsiteX15" fmla="*/ 93621 w 190274"/>
                <a:gd name="connsiteY15" fmla="*/ -3812 h 195031"/>
                <a:gd name="connsiteX16" fmla="*/ 142548 w 190274"/>
                <a:gd name="connsiteY16" fmla="*/ 7740 h 195031"/>
                <a:gd name="connsiteX17" fmla="*/ 176015 w 190274"/>
                <a:gd name="connsiteY17" fmla="*/ 40699 h 195031"/>
                <a:gd name="connsiteX18" fmla="*/ 188078 w 190274"/>
                <a:gd name="connsiteY18" fmla="*/ 90645 h 195031"/>
                <a:gd name="connsiteX19" fmla="*/ 128618 w 190274"/>
                <a:gd name="connsiteY19" fmla="*/ 75356 h 195031"/>
                <a:gd name="connsiteX20" fmla="*/ 118424 w 190274"/>
                <a:gd name="connsiteY20" fmla="*/ 51572 h 195031"/>
                <a:gd name="connsiteX21" fmla="*/ 92941 w 190274"/>
                <a:gd name="connsiteY21" fmla="*/ 42737 h 195031"/>
                <a:gd name="connsiteX22" fmla="*/ 68307 w 190274"/>
                <a:gd name="connsiteY22" fmla="*/ 51232 h 195031"/>
                <a:gd name="connsiteX23" fmla="*/ 55906 w 190274"/>
                <a:gd name="connsiteY23" fmla="*/ 75356 h 195031"/>
                <a:gd name="connsiteX24" fmla="*/ 12861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8078" y="90645"/>
                  </a:moveTo>
                  <a:cubicBezTo>
                    <a:pt x="188078" y="96083"/>
                    <a:pt x="187739" y="101746"/>
                    <a:pt x="187059" y="107635"/>
                  </a:cubicBezTo>
                  <a:lnTo>
                    <a:pt x="55566" y="107635"/>
                  </a:lnTo>
                  <a:cubicBezTo>
                    <a:pt x="56471" y="119413"/>
                    <a:pt x="60265" y="128416"/>
                    <a:pt x="66948" y="134648"/>
                  </a:cubicBezTo>
                  <a:cubicBezTo>
                    <a:pt x="73630" y="140876"/>
                    <a:pt x="81843" y="143991"/>
                    <a:pt x="91582" y="143991"/>
                  </a:cubicBezTo>
                  <a:cubicBezTo>
                    <a:pt x="106078" y="143991"/>
                    <a:pt x="116158" y="137874"/>
                    <a:pt x="121821" y="125642"/>
                  </a:cubicBezTo>
                  <a:lnTo>
                    <a:pt x="183660" y="125642"/>
                  </a:lnTo>
                  <a:cubicBezTo>
                    <a:pt x="180491" y="138102"/>
                    <a:pt x="174770" y="149314"/>
                    <a:pt x="166503" y="159280"/>
                  </a:cubicBezTo>
                  <a:cubicBezTo>
                    <a:pt x="158234" y="169248"/>
                    <a:pt x="147872" y="177061"/>
                    <a:pt x="135412" y="182724"/>
                  </a:cubicBezTo>
                  <a:cubicBezTo>
                    <a:pt x="122954" y="188388"/>
                    <a:pt x="109024" y="191219"/>
                    <a:pt x="93621" y="191219"/>
                  </a:cubicBezTo>
                  <a:cubicBezTo>
                    <a:pt x="75046" y="191219"/>
                    <a:pt x="58510" y="187255"/>
                    <a:pt x="44014" y="179327"/>
                  </a:cubicBezTo>
                  <a:cubicBezTo>
                    <a:pt x="29516" y="171400"/>
                    <a:pt x="18189" y="160073"/>
                    <a:pt x="10036" y="145350"/>
                  </a:cubicBezTo>
                  <a:cubicBezTo>
                    <a:pt x="1881" y="130626"/>
                    <a:pt x="-2196" y="113410"/>
                    <a:pt x="-2196" y="93705"/>
                  </a:cubicBezTo>
                  <a:cubicBezTo>
                    <a:pt x="-2196" y="73997"/>
                    <a:pt x="1824" y="56781"/>
                    <a:pt x="9865" y="42057"/>
                  </a:cubicBezTo>
                  <a:cubicBezTo>
                    <a:pt x="17906" y="27334"/>
                    <a:pt x="29176" y="16009"/>
                    <a:pt x="43674" y="8080"/>
                  </a:cubicBezTo>
                  <a:cubicBezTo>
                    <a:pt x="58170" y="152"/>
                    <a:pt x="74820" y="-3812"/>
                    <a:pt x="93621" y="-3812"/>
                  </a:cubicBezTo>
                  <a:cubicBezTo>
                    <a:pt x="111967" y="-3812"/>
                    <a:pt x="128278" y="38"/>
                    <a:pt x="142548" y="7740"/>
                  </a:cubicBezTo>
                  <a:cubicBezTo>
                    <a:pt x="156818" y="15442"/>
                    <a:pt x="167974" y="26429"/>
                    <a:pt x="176015" y="40699"/>
                  </a:cubicBezTo>
                  <a:cubicBezTo>
                    <a:pt x="184057" y="54969"/>
                    <a:pt x="188078" y="71619"/>
                    <a:pt x="188078" y="90645"/>
                  </a:cubicBezTo>
                  <a:close/>
                  <a:moveTo>
                    <a:pt x="128618" y="75356"/>
                  </a:moveTo>
                  <a:cubicBezTo>
                    <a:pt x="128618" y="65388"/>
                    <a:pt x="125221" y="57461"/>
                    <a:pt x="118424" y="51572"/>
                  </a:cubicBezTo>
                  <a:cubicBezTo>
                    <a:pt x="111628" y="45683"/>
                    <a:pt x="103135" y="42737"/>
                    <a:pt x="92941" y="42737"/>
                  </a:cubicBezTo>
                  <a:cubicBezTo>
                    <a:pt x="83201" y="42737"/>
                    <a:pt x="74989" y="45569"/>
                    <a:pt x="68307" y="51232"/>
                  </a:cubicBezTo>
                  <a:cubicBezTo>
                    <a:pt x="61624" y="56895"/>
                    <a:pt x="57490" y="64937"/>
                    <a:pt x="55906" y="75356"/>
                  </a:cubicBezTo>
                  <a:lnTo>
                    <a:pt x="12861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EFA9051-2E1F-B4A2-151F-6EF4797D166C}"/>
                </a:ext>
              </a:extLst>
            </p:cNvPr>
            <p:cNvSpPr/>
            <p:nvPr/>
          </p:nvSpPr>
          <p:spPr>
            <a:xfrm>
              <a:off x="-1487570" y="969138"/>
              <a:ext cx="117562" cy="191634"/>
            </a:xfrm>
            <a:custGeom>
              <a:avLst/>
              <a:gdLst>
                <a:gd name="connsiteX0" fmla="*/ 55173 w 117562"/>
                <a:gd name="connsiteY0" fmla="*/ 29829 h 191634"/>
                <a:gd name="connsiteX1" fmla="*/ 80656 w 117562"/>
                <a:gd name="connsiteY1" fmla="*/ 5197 h 191634"/>
                <a:gd name="connsiteX2" fmla="*/ 114633 w 117562"/>
                <a:gd name="connsiteY2" fmla="*/ -3809 h 191634"/>
                <a:gd name="connsiteX3" fmla="*/ 114633 w 117562"/>
                <a:gd name="connsiteY3" fmla="*/ 57692 h 191634"/>
                <a:gd name="connsiteX4" fmla="*/ 98662 w 117562"/>
                <a:gd name="connsiteY4" fmla="*/ 57692 h 191634"/>
                <a:gd name="connsiteX5" fmla="*/ 66046 w 117562"/>
                <a:gd name="connsiteY5" fmla="*/ 67035 h 191634"/>
                <a:gd name="connsiteX6" fmla="*/ 55173 w 117562"/>
                <a:gd name="connsiteY6" fmla="*/ 99823 h 191634"/>
                <a:gd name="connsiteX7" fmla="*/ 55173 w 117562"/>
                <a:gd name="connsiteY7" fmla="*/ 187826 h 191634"/>
                <a:gd name="connsiteX8" fmla="*/ -2929 w 117562"/>
                <a:gd name="connsiteY8" fmla="*/ 187826 h 191634"/>
                <a:gd name="connsiteX9" fmla="*/ -2929 w 117562"/>
                <a:gd name="connsiteY9" fmla="*/ -1768 h 191634"/>
                <a:gd name="connsiteX10" fmla="*/ 55173 w 117562"/>
                <a:gd name="connsiteY10" fmla="*/ -1768 h 191634"/>
                <a:gd name="connsiteX11" fmla="*/ 55173 w 117562"/>
                <a:gd name="connsiteY11" fmla="*/ 2982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562" h="191634">
                  <a:moveTo>
                    <a:pt x="55173" y="29829"/>
                  </a:moveTo>
                  <a:cubicBezTo>
                    <a:pt x="61967" y="19410"/>
                    <a:pt x="70462" y="11200"/>
                    <a:pt x="80656" y="5197"/>
                  </a:cubicBezTo>
                  <a:cubicBezTo>
                    <a:pt x="90849" y="-806"/>
                    <a:pt x="102176" y="-3809"/>
                    <a:pt x="114633" y="-3809"/>
                  </a:cubicBezTo>
                  <a:lnTo>
                    <a:pt x="114633" y="57692"/>
                  </a:lnTo>
                  <a:lnTo>
                    <a:pt x="98662" y="57692"/>
                  </a:lnTo>
                  <a:cubicBezTo>
                    <a:pt x="84167" y="57692"/>
                    <a:pt x="73294" y="60807"/>
                    <a:pt x="66046" y="67035"/>
                  </a:cubicBezTo>
                  <a:cubicBezTo>
                    <a:pt x="58795" y="73264"/>
                    <a:pt x="55173" y="84194"/>
                    <a:pt x="55173" y="99823"/>
                  </a:cubicBezTo>
                  <a:lnTo>
                    <a:pt x="55173" y="187826"/>
                  </a:lnTo>
                  <a:lnTo>
                    <a:pt x="-2929" y="187826"/>
                  </a:lnTo>
                  <a:lnTo>
                    <a:pt x="-2929" y="-1768"/>
                  </a:lnTo>
                  <a:lnTo>
                    <a:pt x="55173" y="-1768"/>
                  </a:lnTo>
                  <a:lnTo>
                    <a:pt x="55173" y="29829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73A024D-033C-C799-0DB3-71371F866928}"/>
                </a:ext>
              </a:extLst>
            </p:cNvPr>
            <p:cNvSpPr/>
            <p:nvPr/>
          </p:nvSpPr>
          <p:spPr>
            <a:xfrm>
              <a:off x="-1317989" y="909338"/>
              <a:ext cx="200128" cy="254152"/>
            </a:xfrm>
            <a:custGeom>
              <a:avLst/>
              <a:gdLst>
                <a:gd name="connsiteX0" fmla="*/ -3629 w 200128"/>
                <a:gd name="connsiteY0" fmla="*/ 152589 h 254152"/>
                <a:gd name="connsiteX1" fmla="*/ 7413 w 200128"/>
                <a:gd name="connsiteY1" fmla="*/ 101281 h 254152"/>
                <a:gd name="connsiteX2" fmla="*/ 37483 w 200128"/>
                <a:gd name="connsiteY2" fmla="*/ 67303 h 254152"/>
                <a:gd name="connsiteX3" fmla="*/ 79956 w 200128"/>
                <a:gd name="connsiteY3" fmla="*/ 55411 h 254152"/>
                <a:gd name="connsiteX4" fmla="*/ 114103 w 200128"/>
                <a:gd name="connsiteY4" fmla="*/ 63227 h 254152"/>
                <a:gd name="connsiteX5" fmla="*/ 138398 w 200128"/>
                <a:gd name="connsiteY5" fmla="*/ 84294 h 254152"/>
                <a:gd name="connsiteX6" fmla="*/ 138398 w 200128"/>
                <a:gd name="connsiteY6" fmla="*/ -3709 h 254152"/>
                <a:gd name="connsiteX7" fmla="*/ 196500 w 200128"/>
                <a:gd name="connsiteY7" fmla="*/ -3709 h 254152"/>
                <a:gd name="connsiteX8" fmla="*/ 196500 w 200128"/>
                <a:gd name="connsiteY8" fmla="*/ 247725 h 254152"/>
                <a:gd name="connsiteX9" fmla="*/ 138398 w 200128"/>
                <a:gd name="connsiteY9" fmla="*/ 247725 h 254152"/>
                <a:gd name="connsiteX10" fmla="*/ 138398 w 200128"/>
                <a:gd name="connsiteY10" fmla="*/ 220542 h 254152"/>
                <a:gd name="connsiteX11" fmla="*/ 115122 w 200128"/>
                <a:gd name="connsiteY11" fmla="*/ 242288 h 254152"/>
                <a:gd name="connsiteX12" fmla="*/ 79956 w 200128"/>
                <a:gd name="connsiteY12" fmla="*/ 250443 h 254152"/>
                <a:gd name="connsiteX13" fmla="*/ 37483 w 200128"/>
                <a:gd name="connsiteY13" fmla="*/ 238380 h 254152"/>
                <a:gd name="connsiteX14" fmla="*/ 7413 w 200128"/>
                <a:gd name="connsiteY14" fmla="*/ 204065 h 254152"/>
                <a:gd name="connsiteX15" fmla="*/ -3629 w 200128"/>
                <a:gd name="connsiteY15" fmla="*/ 152589 h 254152"/>
                <a:gd name="connsiteX16" fmla="*/ 138398 w 200128"/>
                <a:gd name="connsiteY16" fmla="*/ 152928 h 254152"/>
                <a:gd name="connsiteX17" fmla="*/ 126334 w 200128"/>
                <a:gd name="connsiteY17" fmla="*/ 118611 h 254152"/>
                <a:gd name="connsiteX18" fmla="*/ 96944 w 200128"/>
                <a:gd name="connsiteY18" fmla="*/ 106039 h 254152"/>
                <a:gd name="connsiteX19" fmla="*/ 67553 w 200128"/>
                <a:gd name="connsiteY19" fmla="*/ 118440 h 254152"/>
                <a:gd name="connsiteX20" fmla="*/ 55492 w 200128"/>
                <a:gd name="connsiteY20" fmla="*/ 152589 h 254152"/>
                <a:gd name="connsiteX21" fmla="*/ 67553 w 200128"/>
                <a:gd name="connsiteY21" fmla="*/ 187075 h 254152"/>
                <a:gd name="connsiteX22" fmla="*/ 96944 w 200128"/>
                <a:gd name="connsiteY22" fmla="*/ 199817 h 254152"/>
                <a:gd name="connsiteX23" fmla="*/ 126334 w 200128"/>
                <a:gd name="connsiteY23" fmla="*/ 187246 h 254152"/>
                <a:gd name="connsiteX24" fmla="*/ 138398 w 200128"/>
                <a:gd name="connsiteY24" fmla="*/ 152928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-3629" y="152589"/>
                  </a:moveTo>
                  <a:cubicBezTo>
                    <a:pt x="-3629" y="133107"/>
                    <a:pt x="51" y="116005"/>
                    <a:pt x="7413" y="101281"/>
                  </a:cubicBezTo>
                  <a:cubicBezTo>
                    <a:pt x="14775" y="86557"/>
                    <a:pt x="24797" y="75233"/>
                    <a:pt x="37483" y="67303"/>
                  </a:cubicBezTo>
                  <a:cubicBezTo>
                    <a:pt x="50169" y="59376"/>
                    <a:pt x="64325" y="55411"/>
                    <a:pt x="79956" y="55411"/>
                  </a:cubicBezTo>
                  <a:cubicBezTo>
                    <a:pt x="92413" y="55411"/>
                    <a:pt x="103797" y="58017"/>
                    <a:pt x="114103" y="63227"/>
                  </a:cubicBezTo>
                  <a:cubicBezTo>
                    <a:pt x="124410" y="68437"/>
                    <a:pt x="132509" y="75459"/>
                    <a:pt x="138398" y="84294"/>
                  </a:cubicBezTo>
                  <a:lnTo>
                    <a:pt x="138398" y="-3709"/>
                  </a:lnTo>
                  <a:lnTo>
                    <a:pt x="196500" y="-3709"/>
                  </a:lnTo>
                  <a:lnTo>
                    <a:pt x="196500" y="247725"/>
                  </a:lnTo>
                  <a:lnTo>
                    <a:pt x="138398" y="247725"/>
                  </a:lnTo>
                  <a:lnTo>
                    <a:pt x="138398" y="220542"/>
                  </a:lnTo>
                  <a:cubicBezTo>
                    <a:pt x="132960" y="229605"/>
                    <a:pt x="125201" y="236852"/>
                    <a:pt x="115122" y="242288"/>
                  </a:cubicBezTo>
                  <a:cubicBezTo>
                    <a:pt x="105042" y="247725"/>
                    <a:pt x="93319" y="250443"/>
                    <a:pt x="79956" y="250443"/>
                  </a:cubicBezTo>
                  <a:cubicBezTo>
                    <a:pt x="64325" y="250443"/>
                    <a:pt x="50169" y="246421"/>
                    <a:pt x="37483" y="238380"/>
                  </a:cubicBezTo>
                  <a:cubicBezTo>
                    <a:pt x="24797" y="230339"/>
                    <a:pt x="14775" y="218900"/>
                    <a:pt x="7413" y="204065"/>
                  </a:cubicBezTo>
                  <a:cubicBezTo>
                    <a:pt x="51" y="189227"/>
                    <a:pt x="-3629" y="172068"/>
                    <a:pt x="-3629" y="152589"/>
                  </a:cubicBezTo>
                  <a:close/>
                  <a:moveTo>
                    <a:pt x="138398" y="152928"/>
                  </a:moveTo>
                  <a:cubicBezTo>
                    <a:pt x="138398" y="138430"/>
                    <a:pt x="134376" y="126992"/>
                    <a:pt x="126334" y="118611"/>
                  </a:cubicBezTo>
                  <a:cubicBezTo>
                    <a:pt x="118293" y="110230"/>
                    <a:pt x="108496" y="106039"/>
                    <a:pt x="96944" y="106039"/>
                  </a:cubicBezTo>
                  <a:cubicBezTo>
                    <a:pt x="85391" y="106039"/>
                    <a:pt x="75594" y="110173"/>
                    <a:pt x="67553" y="118440"/>
                  </a:cubicBezTo>
                  <a:cubicBezTo>
                    <a:pt x="59512" y="126709"/>
                    <a:pt x="55492" y="138091"/>
                    <a:pt x="55492" y="152589"/>
                  </a:cubicBezTo>
                  <a:cubicBezTo>
                    <a:pt x="55492" y="167084"/>
                    <a:pt x="59512" y="178580"/>
                    <a:pt x="67553" y="187075"/>
                  </a:cubicBezTo>
                  <a:cubicBezTo>
                    <a:pt x="75594" y="195570"/>
                    <a:pt x="85391" y="199817"/>
                    <a:pt x="96944" y="199817"/>
                  </a:cubicBezTo>
                  <a:cubicBezTo>
                    <a:pt x="108496" y="199817"/>
                    <a:pt x="118293" y="195627"/>
                    <a:pt x="126334" y="187246"/>
                  </a:cubicBezTo>
                  <a:cubicBezTo>
                    <a:pt x="134376" y="178862"/>
                    <a:pt x="138398" y="167424"/>
                    <a:pt x="138398" y="152928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5ABB2D2-2EF0-D2C1-CD04-98CC0265D0EC}"/>
                </a:ext>
              </a:extLst>
            </p:cNvPr>
            <p:cNvSpPr/>
            <p:nvPr/>
          </p:nvSpPr>
          <p:spPr>
            <a:xfrm>
              <a:off x="-1055392" y="968459"/>
              <a:ext cx="190274" cy="195031"/>
            </a:xfrm>
            <a:custGeom>
              <a:avLst/>
              <a:gdLst>
                <a:gd name="connsiteX0" fmla="*/ 185768 w 190274"/>
                <a:gd name="connsiteY0" fmla="*/ 90645 h 195031"/>
                <a:gd name="connsiteX1" fmla="*/ 184749 w 190274"/>
                <a:gd name="connsiteY1" fmla="*/ 107635 h 195031"/>
                <a:gd name="connsiteX2" fmla="*/ 53256 w 190274"/>
                <a:gd name="connsiteY2" fmla="*/ 107635 h 195031"/>
                <a:gd name="connsiteX3" fmla="*/ 64637 w 190274"/>
                <a:gd name="connsiteY3" fmla="*/ 134648 h 195031"/>
                <a:gd name="connsiteX4" fmla="*/ 89272 w 190274"/>
                <a:gd name="connsiteY4" fmla="*/ 143991 h 195031"/>
                <a:gd name="connsiteX5" fmla="*/ 119510 w 190274"/>
                <a:gd name="connsiteY5" fmla="*/ 125642 h 195031"/>
                <a:gd name="connsiteX6" fmla="*/ 181352 w 190274"/>
                <a:gd name="connsiteY6" fmla="*/ 125642 h 195031"/>
                <a:gd name="connsiteX7" fmla="*/ 164190 w 190274"/>
                <a:gd name="connsiteY7" fmla="*/ 159280 h 195031"/>
                <a:gd name="connsiteX8" fmla="*/ 133101 w 190274"/>
                <a:gd name="connsiteY8" fmla="*/ 182724 h 195031"/>
                <a:gd name="connsiteX9" fmla="*/ 91310 w 190274"/>
                <a:gd name="connsiteY9" fmla="*/ 191219 h 195031"/>
                <a:gd name="connsiteX10" fmla="*/ 41703 w 190274"/>
                <a:gd name="connsiteY10" fmla="*/ 179327 h 195031"/>
                <a:gd name="connsiteX11" fmla="*/ 7725 w 190274"/>
                <a:gd name="connsiteY11" fmla="*/ 145350 h 195031"/>
                <a:gd name="connsiteX12" fmla="*/ -4507 w 190274"/>
                <a:gd name="connsiteY12" fmla="*/ 93705 h 195031"/>
                <a:gd name="connsiteX13" fmla="*/ 7554 w 190274"/>
                <a:gd name="connsiteY13" fmla="*/ 42057 h 195031"/>
                <a:gd name="connsiteX14" fmla="*/ 41363 w 190274"/>
                <a:gd name="connsiteY14" fmla="*/ 8080 h 195031"/>
                <a:gd name="connsiteX15" fmla="*/ 91310 w 190274"/>
                <a:gd name="connsiteY15" fmla="*/ -3812 h 195031"/>
                <a:gd name="connsiteX16" fmla="*/ 140237 w 190274"/>
                <a:gd name="connsiteY16" fmla="*/ 7740 h 195031"/>
                <a:gd name="connsiteX17" fmla="*/ 173705 w 190274"/>
                <a:gd name="connsiteY17" fmla="*/ 40699 h 195031"/>
                <a:gd name="connsiteX18" fmla="*/ 185768 w 190274"/>
                <a:gd name="connsiteY18" fmla="*/ 90645 h 195031"/>
                <a:gd name="connsiteX19" fmla="*/ 126307 w 190274"/>
                <a:gd name="connsiteY19" fmla="*/ 75356 h 195031"/>
                <a:gd name="connsiteX20" fmla="*/ 116113 w 190274"/>
                <a:gd name="connsiteY20" fmla="*/ 51572 h 195031"/>
                <a:gd name="connsiteX21" fmla="*/ 90631 w 190274"/>
                <a:gd name="connsiteY21" fmla="*/ 42737 h 195031"/>
                <a:gd name="connsiteX22" fmla="*/ 65996 w 190274"/>
                <a:gd name="connsiteY22" fmla="*/ 51232 h 195031"/>
                <a:gd name="connsiteX23" fmla="*/ 53595 w 190274"/>
                <a:gd name="connsiteY23" fmla="*/ 75356 h 195031"/>
                <a:gd name="connsiteX24" fmla="*/ 126307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5768" y="90645"/>
                  </a:moveTo>
                  <a:cubicBezTo>
                    <a:pt x="185768" y="96083"/>
                    <a:pt x="185428" y="101746"/>
                    <a:pt x="184749" y="107635"/>
                  </a:cubicBezTo>
                  <a:lnTo>
                    <a:pt x="53256" y="107635"/>
                  </a:lnTo>
                  <a:cubicBezTo>
                    <a:pt x="54161" y="119413"/>
                    <a:pt x="57954" y="128416"/>
                    <a:pt x="64637" y="134648"/>
                  </a:cubicBezTo>
                  <a:cubicBezTo>
                    <a:pt x="71319" y="140876"/>
                    <a:pt x="79532" y="143991"/>
                    <a:pt x="89272" y="143991"/>
                  </a:cubicBezTo>
                  <a:cubicBezTo>
                    <a:pt x="103767" y="143991"/>
                    <a:pt x="113847" y="137874"/>
                    <a:pt x="119510" y="125642"/>
                  </a:cubicBezTo>
                  <a:lnTo>
                    <a:pt x="181352" y="125642"/>
                  </a:lnTo>
                  <a:cubicBezTo>
                    <a:pt x="178180" y="138102"/>
                    <a:pt x="172460" y="149314"/>
                    <a:pt x="164190" y="159280"/>
                  </a:cubicBezTo>
                  <a:cubicBezTo>
                    <a:pt x="155923" y="169248"/>
                    <a:pt x="145561" y="177061"/>
                    <a:pt x="133101" y="182724"/>
                  </a:cubicBezTo>
                  <a:cubicBezTo>
                    <a:pt x="120644" y="188388"/>
                    <a:pt x="106713" y="191219"/>
                    <a:pt x="91310" y="191219"/>
                  </a:cubicBezTo>
                  <a:cubicBezTo>
                    <a:pt x="72735" y="191219"/>
                    <a:pt x="56199" y="187255"/>
                    <a:pt x="41703" y="179327"/>
                  </a:cubicBezTo>
                  <a:cubicBezTo>
                    <a:pt x="27205" y="171400"/>
                    <a:pt x="15878" y="160073"/>
                    <a:pt x="7725" y="145350"/>
                  </a:cubicBezTo>
                  <a:cubicBezTo>
                    <a:pt x="-430" y="130626"/>
                    <a:pt x="-4507" y="113410"/>
                    <a:pt x="-4507" y="93705"/>
                  </a:cubicBezTo>
                  <a:cubicBezTo>
                    <a:pt x="-4507" y="73997"/>
                    <a:pt x="-487" y="56781"/>
                    <a:pt x="7554" y="42057"/>
                  </a:cubicBezTo>
                  <a:cubicBezTo>
                    <a:pt x="15596" y="27334"/>
                    <a:pt x="26865" y="16009"/>
                    <a:pt x="41363" y="8080"/>
                  </a:cubicBezTo>
                  <a:cubicBezTo>
                    <a:pt x="55859" y="152"/>
                    <a:pt x="72507" y="-3812"/>
                    <a:pt x="91310" y="-3812"/>
                  </a:cubicBezTo>
                  <a:cubicBezTo>
                    <a:pt x="109657" y="-3812"/>
                    <a:pt x="125967" y="38"/>
                    <a:pt x="140237" y="7740"/>
                  </a:cubicBezTo>
                  <a:cubicBezTo>
                    <a:pt x="154508" y="15442"/>
                    <a:pt x="165663" y="26429"/>
                    <a:pt x="173705" y="40699"/>
                  </a:cubicBezTo>
                  <a:cubicBezTo>
                    <a:pt x="181746" y="54969"/>
                    <a:pt x="185768" y="71619"/>
                    <a:pt x="185768" y="90645"/>
                  </a:cubicBezTo>
                  <a:close/>
                  <a:moveTo>
                    <a:pt x="126307" y="75356"/>
                  </a:moveTo>
                  <a:cubicBezTo>
                    <a:pt x="126307" y="65388"/>
                    <a:pt x="122908" y="57461"/>
                    <a:pt x="116113" y="51572"/>
                  </a:cubicBezTo>
                  <a:cubicBezTo>
                    <a:pt x="109317" y="45683"/>
                    <a:pt x="100824" y="42737"/>
                    <a:pt x="90631" y="42737"/>
                  </a:cubicBezTo>
                  <a:cubicBezTo>
                    <a:pt x="80891" y="42737"/>
                    <a:pt x="72678" y="45569"/>
                    <a:pt x="65996" y="51232"/>
                  </a:cubicBezTo>
                  <a:cubicBezTo>
                    <a:pt x="59313" y="56895"/>
                    <a:pt x="55180" y="64937"/>
                    <a:pt x="53595" y="75356"/>
                  </a:cubicBezTo>
                  <a:lnTo>
                    <a:pt x="126307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89EBDF5-6971-B7F5-B5F1-0775BA50FB7A}"/>
                </a:ext>
              </a:extLst>
            </p:cNvPr>
            <p:cNvSpPr/>
            <p:nvPr/>
          </p:nvSpPr>
          <p:spPr>
            <a:xfrm>
              <a:off x="-811866" y="968459"/>
              <a:ext cx="190274" cy="195031"/>
            </a:xfrm>
            <a:custGeom>
              <a:avLst/>
              <a:gdLst>
                <a:gd name="connsiteX0" fmla="*/ 184949 w 190274"/>
                <a:gd name="connsiteY0" fmla="*/ 90645 h 195031"/>
                <a:gd name="connsiteX1" fmla="*/ 183929 w 190274"/>
                <a:gd name="connsiteY1" fmla="*/ 107635 h 195031"/>
                <a:gd name="connsiteX2" fmla="*/ 52437 w 190274"/>
                <a:gd name="connsiteY2" fmla="*/ 107635 h 195031"/>
                <a:gd name="connsiteX3" fmla="*/ 63818 w 190274"/>
                <a:gd name="connsiteY3" fmla="*/ 134648 h 195031"/>
                <a:gd name="connsiteX4" fmla="*/ 88453 w 190274"/>
                <a:gd name="connsiteY4" fmla="*/ 143991 h 195031"/>
                <a:gd name="connsiteX5" fmla="*/ 118691 w 190274"/>
                <a:gd name="connsiteY5" fmla="*/ 125642 h 195031"/>
                <a:gd name="connsiteX6" fmla="*/ 180533 w 190274"/>
                <a:gd name="connsiteY6" fmla="*/ 125642 h 195031"/>
                <a:gd name="connsiteX7" fmla="*/ 163374 w 190274"/>
                <a:gd name="connsiteY7" fmla="*/ 159280 h 195031"/>
                <a:gd name="connsiteX8" fmla="*/ 132285 w 190274"/>
                <a:gd name="connsiteY8" fmla="*/ 182724 h 195031"/>
                <a:gd name="connsiteX9" fmla="*/ 90491 w 190274"/>
                <a:gd name="connsiteY9" fmla="*/ 191219 h 195031"/>
                <a:gd name="connsiteX10" fmla="*/ 40884 w 190274"/>
                <a:gd name="connsiteY10" fmla="*/ 179327 h 195031"/>
                <a:gd name="connsiteX11" fmla="*/ 6906 w 190274"/>
                <a:gd name="connsiteY11" fmla="*/ 145350 h 195031"/>
                <a:gd name="connsiteX12" fmla="*/ -5326 w 190274"/>
                <a:gd name="connsiteY12" fmla="*/ 93705 h 195031"/>
                <a:gd name="connsiteX13" fmla="*/ 6735 w 190274"/>
                <a:gd name="connsiteY13" fmla="*/ 42057 h 195031"/>
                <a:gd name="connsiteX14" fmla="*/ 40544 w 190274"/>
                <a:gd name="connsiteY14" fmla="*/ 8080 h 195031"/>
                <a:gd name="connsiteX15" fmla="*/ 90491 w 190274"/>
                <a:gd name="connsiteY15" fmla="*/ -3812 h 195031"/>
                <a:gd name="connsiteX16" fmla="*/ 139418 w 190274"/>
                <a:gd name="connsiteY16" fmla="*/ 7740 h 195031"/>
                <a:gd name="connsiteX17" fmla="*/ 172885 w 190274"/>
                <a:gd name="connsiteY17" fmla="*/ 40699 h 195031"/>
                <a:gd name="connsiteX18" fmla="*/ 184949 w 190274"/>
                <a:gd name="connsiteY18" fmla="*/ 90645 h 195031"/>
                <a:gd name="connsiteX19" fmla="*/ 125488 w 190274"/>
                <a:gd name="connsiteY19" fmla="*/ 75356 h 195031"/>
                <a:gd name="connsiteX20" fmla="*/ 115294 w 190274"/>
                <a:gd name="connsiteY20" fmla="*/ 51572 h 195031"/>
                <a:gd name="connsiteX21" fmla="*/ 89811 w 190274"/>
                <a:gd name="connsiteY21" fmla="*/ 42737 h 195031"/>
                <a:gd name="connsiteX22" fmla="*/ 65177 w 190274"/>
                <a:gd name="connsiteY22" fmla="*/ 51232 h 195031"/>
                <a:gd name="connsiteX23" fmla="*/ 52776 w 190274"/>
                <a:gd name="connsiteY23" fmla="*/ 75356 h 195031"/>
                <a:gd name="connsiteX24" fmla="*/ 12548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4949" y="90645"/>
                  </a:moveTo>
                  <a:cubicBezTo>
                    <a:pt x="184949" y="96083"/>
                    <a:pt x="184609" y="101746"/>
                    <a:pt x="183929" y="107635"/>
                  </a:cubicBezTo>
                  <a:lnTo>
                    <a:pt x="52437" y="107635"/>
                  </a:lnTo>
                  <a:cubicBezTo>
                    <a:pt x="53342" y="119413"/>
                    <a:pt x="57135" y="128416"/>
                    <a:pt x="63818" y="134648"/>
                  </a:cubicBezTo>
                  <a:cubicBezTo>
                    <a:pt x="70500" y="140876"/>
                    <a:pt x="78713" y="143991"/>
                    <a:pt x="88453" y="143991"/>
                  </a:cubicBezTo>
                  <a:cubicBezTo>
                    <a:pt x="102948" y="143991"/>
                    <a:pt x="113030" y="137874"/>
                    <a:pt x="118691" y="125642"/>
                  </a:cubicBezTo>
                  <a:lnTo>
                    <a:pt x="180533" y="125642"/>
                  </a:lnTo>
                  <a:cubicBezTo>
                    <a:pt x="177361" y="138102"/>
                    <a:pt x="171641" y="149314"/>
                    <a:pt x="163374" y="159280"/>
                  </a:cubicBezTo>
                  <a:cubicBezTo>
                    <a:pt x="155104" y="169248"/>
                    <a:pt x="144742" y="177061"/>
                    <a:pt x="132285" y="182724"/>
                  </a:cubicBezTo>
                  <a:cubicBezTo>
                    <a:pt x="119825" y="188388"/>
                    <a:pt x="105894" y="191219"/>
                    <a:pt x="90491" y="191219"/>
                  </a:cubicBezTo>
                  <a:cubicBezTo>
                    <a:pt x="71916" y="191219"/>
                    <a:pt x="55380" y="187255"/>
                    <a:pt x="40884" y="179327"/>
                  </a:cubicBezTo>
                  <a:cubicBezTo>
                    <a:pt x="26386" y="171400"/>
                    <a:pt x="15062" y="160073"/>
                    <a:pt x="6906" y="145350"/>
                  </a:cubicBezTo>
                  <a:cubicBezTo>
                    <a:pt x="-1249" y="130626"/>
                    <a:pt x="-5326" y="113410"/>
                    <a:pt x="-5326" y="93705"/>
                  </a:cubicBezTo>
                  <a:cubicBezTo>
                    <a:pt x="-5326" y="73997"/>
                    <a:pt x="-1306" y="56781"/>
                    <a:pt x="6735" y="42057"/>
                  </a:cubicBezTo>
                  <a:cubicBezTo>
                    <a:pt x="14776" y="27334"/>
                    <a:pt x="26046" y="16009"/>
                    <a:pt x="40544" y="8080"/>
                  </a:cubicBezTo>
                  <a:cubicBezTo>
                    <a:pt x="55040" y="152"/>
                    <a:pt x="71691" y="-3812"/>
                    <a:pt x="90491" y="-3812"/>
                  </a:cubicBezTo>
                  <a:cubicBezTo>
                    <a:pt x="108840" y="-3812"/>
                    <a:pt x="125148" y="38"/>
                    <a:pt x="139418" y="7740"/>
                  </a:cubicBezTo>
                  <a:cubicBezTo>
                    <a:pt x="153688" y="15442"/>
                    <a:pt x="164847" y="26429"/>
                    <a:pt x="172885" y="40699"/>
                  </a:cubicBezTo>
                  <a:cubicBezTo>
                    <a:pt x="180929" y="54969"/>
                    <a:pt x="184949" y="71619"/>
                    <a:pt x="184949" y="90645"/>
                  </a:cubicBezTo>
                  <a:close/>
                  <a:moveTo>
                    <a:pt x="125488" y="75356"/>
                  </a:moveTo>
                  <a:cubicBezTo>
                    <a:pt x="125488" y="65388"/>
                    <a:pt x="122091" y="57461"/>
                    <a:pt x="115294" y="51572"/>
                  </a:cubicBezTo>
                  <a:cubicBezTo>
                    <a:pt x="108498" y="45683"/>
                    <a:pt x="100005" y="42737"/>
                    <a:pt x="89811" y="42737"/>
                  </a:cubicBezTo>
                  <a:cubicBezTo>
                    <a:pt x="80072" y="42737"/>
                    <a:pt x="71859" y="45569"/>
                    <a:pt x="65177" y="51232"/>
                  </a:cubicBezTo>
                  <a:cubicBezTo>
                    <a:pt x="58494" y="56895"/>
                    <a:pt x="54361" y="64937"/>
                    <a:pt x="52776" y="75356"/>
                  </a:cubicBezTo>
                  <a:lnTo>
                    <a:pt x="12548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F40713D-9E85-58D9-6CD3-A9892247A41C}"/>
                </a:ext>
              </a:extLst>
            </p:cNvPr>
            <p:cNvSpPr/>
            <p:nvPr/>
          </p:nvSpPr>
          <p:spPr>
            <a:xfrm>
              <a:off x="-557402" y="969138"/>
              <a:ext cx="188575" cy="191634"/>
            </a:xfrm>
            <a:custGeom>
              <a:avLst/>
              <a:gdLst>
                <a:gd name="connsiteX0" fmla="*/ 109342 w 188575"/>
                <a:gd name="connsiteY0" fmla="*/ -3809 h 191634"/>
                <a:gd name="connsiteX1" fmla="*/ 162517 w 188575"/>
                <a:gd name="connsiteY1" fmla="*/ 17769 h 191634"/>
                <a:gd name="connsiteX2" fmla="*/ 182393 w 188575"/>
                <a:gd name="connsiteY2" fmla="*/ 77058 h 191634"/>
                <a:gd name="connsiteX3" fmla="*/ 182393 w 188575"/>
                <a:gd name="connsiteY3" fmla="*/ 187826 h 191634"/>
                <a:gd name="connsiteX4" fmla="*/ 124631 w 188575"/>
                <a:gd name="connsiteY4" fmla="*/ 187826 h 191634"/>
                <a:gd name="connsiteX5" fmla="*/ 124631 w 188575"/>
                <a:gd name="connsiteY5" fmla="*/ 84874 h 191634"/>
                <a:gd name="connsiteX6" fmla="*/ 114777 w 188575"/>
                <a:gd name="connsiteY6" fmla="*/ 55312 h 191634"/>
                <a:gd name="connsiteX7" fmla="*/ 88275 w 188575"/>
                <a:gd name="connsiteY7" fmla="*/ 44781 h 191634"/>
                <a:gd name="connsiteX8" fmla="*/ 61773 w 188575"/>
                <a:gd name="connsiteY8" fmla="*/ 55312 h 191634"/>
                <a:gd name="connsiteX9" fmla="*/ 51919 w 188575"/>
                <a:gd name="connsiteY9" fmla="*/ 84874 h 191634"/>
                <a:gd name="connsiteX10" fmla="*/ 51919 w 188575"/>
                <a:gd name="connsiteY10" fmla="*/ 187826 h 191634"/>
                <a:gd name="connsiteX11" fmla="*/ -6183 w 188575"/>
                <a:gd name="connsiteY11" fmla="*/ 187826 h 191634"/>
                <a:gd name="connsiteX12" fmla="*/ -6183 w 188575"/>
                <a:gd name="connsiteY12" fmla="*/ -1768 h 191634"/>
                <a:gd name="connsiteX13" fmla="*/ 51919 w 188575"/>
                <a:gd name="connsiteY13" fmla="*/ -1768 h 191634"/>
                <a:gd name="connsiteX14" fmla="*/ 51919 w 188575"/>
                <a:gd name="connsiteY14" fmla="*/ 23375 h 191634"/>
                <a:gd name="connsiteX15" fmla="*/ 75704 w 188575"/>
                <a:gd name="connsiteY15" fmla="*/ 3496 h 191634"/>
                <a:gd name="connsiteX16" fmla="*/ 109342 w 188575"/>
                <a:gd name="connsiteY16" fmla="*/ -380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575" h="191634">
                  <a:moveTo>
                    <a:pt x="109342" y="-3809"/>
                  </a:moveTo>
                  <a:cubicBezTo>
                    <a:pt x="131539" y="-3809"/>
                    <a:pt x="149266" y="3384"/>
                    <a:pt x="162517" y="17769"/>
                  </a:cubicBezTo>
                  <a:cubicBezTo>
                    <a:pt x="175768" y="32153"/>
                    <a:pt x="182393" y="51915"/>
                    <a:pt x="182393" y="77058"/>
                  </a:cubicBezTo>
                  <a:lnTo>
                    <a:pt x="182393" y="187826"/>
                  </a:lnTo>
                  <a:lnTo>
                    <a:pt x="124631" y="187826"/>
                  </a:lnTo>
                  <a:lnTo>
                    <a:pt x="124631" y="84874"/>
                  </a:lnTo>
                  <a:cubicBezTo>
                    <a:pt x="124631" y="72188"/>
                    <a:pt x="121346" y="62334"/>
                    <a:pt x="114777" y="55312"/>
                  </a:cubicBezTo>
                  <a:cubicBezTo>
                    <a:pt x="108209" y="48290"/>
                    <a:pt x="99374" y="44781"/>
                    <a:pt x="88275" y="44781"/>
                  </a:cubicBezTo>
                  <a:cubicBezTo>
                    <a:pt x="77177" y="44781"/>
                    <a:pt x="68342" y="48290"/>
                    <a:pt x="61773" y="55312"/>
                  </a:cubicBezTo>
                  <a:cubicBezTo>
                    <a:pt x="55205" y="62334"/>
                    <a:pt x="51919" y="72188"/>
                    <a:pt x="51919" y="84874"/>
                  </a:cubicBezTo>
                  <a:lnTo>
                    <a:pt x="51919" y="187826"/>
                  </a:lnTo>
                  <a:lnTo>
                    <a:pt x="-6183" y="187826"/>
                  </a:lnTo>
                  <a:lnTo>
                    <a:pt x="-6183" y="-1768"/>
                  </a:lnTo>
                  <a:lnTo>
                    <a:pt x="51919" y="-1768"/>
                  </a:lnTo>
                  <a:lnTo>
                    <a:pt x="51919" y="23375"/>
                  </a:lnTo>
                  <a:cubicBezTo>
                    <a:pt x="57809" y="14994"/>
                    <a:pt x="65738" y="8368"/>
                    <a:pt x="75704" y="3496"/>
                  </a:cubicBezTo>
                  <a:cubicBezTo>
                    <a:pt x="85672" y="-1374"/>
                    <a:pt x="96882" y="-3809"/>
                    <a:pt x="109342" y="-380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449B3C-3AF3-4A76-A4BB-28450906D963}"/>
                </a:ext>
              </a:extLst>
            </p:cNvPr>
            <p:cNvSpPr/>
            <p:nvPr/>
          </p:nvSpPr>
          <p:spPr>
            <a:xfrm>
              <a:off x="-1779782" y="1215889"/>
              <a:ext cx="113261" cy="152576"/>
            </a:xfrm>
            <a:custGeom>
              <a:avLst/>
              <a:gdLst>
                <a:gd name="connsiteX0" fmla="*/ -1260 w 113261"/>
                <a:gd name="connsiteY0" fmla="*/ 90952 h 152576"/>
                <a:gd name="connsiteX1" fmla="*/ 5666 w 113261"/>
                <a:gd name="connsiteY1" fmla="*/ 60905 h 152576"/>
                <a:gd name="connsiteX2" fmla="*/ 24713 w 113261"/>
                <a:gd name="connsiteY2" fmla="*/ 40840 h 152576"/>
                <a:gd name="connsiteX3" fmla="*/ 51909 w 113261"/>
                <a:gd name="connsiteY3" fmla="*/ 33711 h 152576"/>
                <a:gd name="connsiteX4" fmla="*/ 76149 w 113261"/>
                <a:gd name="connsiteY4" fmla="*/ 39719 h 152576"/>
                <a:gd name="connsiteX5" fmla="*/ 93260 w 113261"/>
                <a:gd name="connsiteY5" fmla="*/ 55507 h 152576"/>
                <a:gd name="connsiteX6" fmla="*/ 93260 w 113261"/>
                <a:gd name="connsiteY6" fmla="*/ -3569 h 152576"/>
                <a:gd name="connsiteX7" fmla="*/ 112002 w 113261"/>
                <a:gd name="connsiteY7" fmla="*/ -3569 h 152576"/>
                <a:gd name="connsiteX8" fmla="*/ 112002 w 113261"/>
                <a:gd name="connsiteY8" fmla="*/ 147175 h 152576"/>
                <a:gd name="connsiteX9" fmla="*/ 93260 w 113261"/>
                <a:gd name="connsiteY9" fmla="*/ 147175 h 152576"/>
                <a:gd name="connsiteX10" fmla="*/ 93260 w 113261"/>
                <a:gd name="connsiteY10" fmla="*/ 126193 h 152576"/>
                <a:gd name="connsiteX11" fmla="*/ 76964 w 113261"/>
                <a:gd name="connsiteY11" fmla="*/ 142592 h 152576"/>
                <a:gd name="connsiteX12" fmla="*/ 51705 w 113261"/>
                <a:gd name="connsiteY12" fmla="*/ 149008 h 152576"/>
                <a:gd name="connsiteX13" fmla="*/ 24713 w 113261"/>
                <a:gd name="connsiteY13" fmla="*/ 141675 h 152576"/>
                <a:gd name="connsiteX14" fmla="*/ 5666 w 113261"/>
                <a:gd name="connsiteY14" fmla="*/ 121100 h 152576"/>
                <a:gd name="connsiteX15" fmla="*/ -1260 w 113261"/>
                <a:gd name="connsiteY15" fmla="*/ 90952 h 152576"/>
                <a:gd name="connsiteX16" fmla="*/ 93260 w 113261"/>
                <a:gd name="connsiteY16" fmla="*/ 91156 h 152576"/>
                <a:gd name="connsiteX17" fmla="*/ 88169 w 113261"/>
                <a:gd name="connsiteY17" fmla="*/ 69155 h 152576"/>
                <a:gd name="connsiteX18" fmla="*/ 74417 w 113261"/>
                <a:gd name="connsiteY18" fmla="*/ 54793 h 152576"/>
                <a:gd name="connsiteX19" fmla="*/ 55371 w 113261"/>
                <a:gd name="connsiteY19" fmla="*/ 49803 h 152576"/>
                <a:gd name="connsiteX20" fmla="*/ 36426 w 113261"/>
                <a:gd name="connsiteY20" fmla="*/ 54692 h 152576"/>
                <a:gd name="connsiteX21" fmla="*/ 22777 w 113261"/>
                <a:gd name="connsiteY21" fmla="*/ 68952 h 152576"/>
                <a:gd name="connsiteX22" fmla="*/ 17686 w 113261"/>
                <a:gd name="connsiteY22" fmla="*/ 90952 h 152576"/>
                <a:gd name="connsiteX23" fmla="*/ 22777 w 113261"/>
                <a:gd name="connsiteY23" fmla="*/ 113257 h 152576"/>
                <a:gd name="connsiteX24" fmla="*/ 36426 w 113261"/>
                <a:gd name="connsiteY24" fmla="*/ 127720 h 152576"/>
                <a:gd name="connsiteX25" fmla="*/ 55371 w 113261"/>
                <a:gd name="connsiteY25" fmla="*/ 132712 h 152576"/>
                <a:gd name="connsiteX26" fmla="*/ 74417 w 113261"/>
                <a:gd name="connsiteY26" fmla="*/ 127720 h 152576"/>
                <a:gd name="connsiteX27" fmla="*/ 88169 w 113261"/>
                <a:gd name="connsiteY27" fmla="*/ 113257 h 152576"/>
                <a:gd name="connsiteX28" fmla="*/ 93260 w 113261"/>
                <a:gd name="connsiteY28" fmla="*/ 91156 h 15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3261" h="152576">
                  <a:moveTo>
                    <a:pt x="-1260" y="90952"/>
                  </a:moveTo>
                  <a:cubicBezTo>
                    <a:pt x="-1260" y="79544"/>
                    <a:pt x="1049" y="69529"/>
                    <a:pt x="5666" y="60905"/>
                  </a:cubicBezTo>
                  <a:cubicBezTo>
                    <a:pt x="10284" y="52281"/>
                    <a:pt x="16633" y="45593"/>
                    <a:pt x="24713" y="40840"/>
                  </a:cubicBezTo>
                  <a:cubicBezTo>
                    <a:pt x="32794" y="36086"/>
                    <a:pt x="41859" y="33711"/>
                    <a:pt x="51909" y="33711"/>
                  </a:cubicBezTo>
                  <a:cubicBezTo>
                    <a:pt x="60599" y="33711"/>
                    <a:pt x="68681" y="35713"/>
                    <a:pt x="76149" y="39719"/>
                  </a:cubicBezTo>
                  <a:cubicBezTo>
                    <a:pt x="83618" y="43726"/>
                    <a:pt x="89322" y="48988"/>
                    <a:pt x="93260" y="55507"/>
                  </a:cubicBezTo>
                  <a:lnTo>
                    <a:pt x="93260" y="-3569"/>
                  </a:lnTo>
                  <a:lnTo>
                    <a:pt x="112002" y="-3569"/>
                  </a:lnTo>
                  <a:lnTo>
                    <a:pt x="112002" y="147175"/>
                  </a:lnTo>
                  <a:lnTo>
                    <a:pt x="93260" y="147175"/>
                  </a:lnTo>
                  <a:lnTo>
                    <a:pt x="93260" y="126193"/>
                  </a:lnTo>
                  <a:cubicBezTo>
                    <a:pt x="89594" y="132847"/>
                    <a:pt x="84162" y="138313"/>
                    <a:pt x="76964" y="142592"/>
                  </a:cubicBezTo>
                  <a:cubicBezTo>
                    <a:pt x="69767" y="146869"/>
                    <a:pt x="61347" y="149008"/>
                    <a:pt x="51705" y="149008"/>
                  </a:cubicBezTo>
                  <a:cubicBezTo>
                    <a:pt x="41791" y="149008"/>
                    <a:pt x="32794" y="146564"/>
                    <a:pt x="24713" y="141675"/>
                  </a:cubicBezTo>
                  <a:cubicBezTo>
                    <a:pt x="16633" y="136785"/>
                    <a:pt x="10284" y="129928"/>
                    <a:pt x="5666" y="121100"/>
                  </a:cubicBezTo>
                  <a:cubicBezTo>
                    <a:pt x="1049" y="112273"/>
                    <a:pt x="-1260" y="102223"/>
                    <a:pt x="-1260" y="90952"/>
                  </a:cubicBezTo>
                  <a:close/>
                  <a:moveTo>
                    <a:pt x="93260" y="91156"/>
                  </a:moveTo>
                  <a:cubicBezTo>
                    <a:pt x="93260" y="82736"/>
                    <a:pt x="91564" y="75402"/>
                    <a:pt x="88169" y="69155"/>
                  </a:cubicBezTo>
                  <a:cubicBezTo>
                    <a:pt x="84773" y="62907"/>
                    <a:pt x="80190" y="58120"/>
                    <a:pt x="74417" y="54793"/>
                  </a:cubicBezTo>
                  <a:cubicBezTo>
                    <a:pt x="68646" y="51466"/>
                    <a:pt x="62297" y="49803"/>
                    <a:pt x="55371" y="49803"/>
                  </a:cubicBezTo>
                  <a:cubicBezTo>
                    <a:pt x="48445" y="49803"/>
                    <a:pt x="42130" y="51432"/>
                    <a:pt x="36426" y="54692"/>
                  </a:cubicBezTo>
                  <a:cubicBezTo>
                    <a:pt x="30723" y="57951"/>
                    <a:pt x="26173" y="62704"/>
                    <a:pt x="22777" y="68952"/>
                  </a:cubicBezTo>
                  <a:cubicBezTo>
                    <a:pt x="19383" y="75198"/>
                    <a:pt x="17686" y="82532"/>
                    <a:pt x="17686" y="90952"/>
                  </a:cubicBezTo>
                  <a:cubicBezTo>
                    <a:pt x="17686" y="99507"/>
                    <a:pt x="19383" y="106943"/>
                    <a:pt x="22777" y="113257"/>
                  </a:cubicBezTo>
                  <a:cubicBezTo>
                    <a:pt x="26173" y="119572"/>
                    <a:pt x="30723" y="124393"/>
                    <a:pt x="36426" y="127720"/>
                  </a:cubicBezTo>
                  <a:cubicBezTo>
                    <a:pt x="42130" y="131048"/>
                    <a:pt x="48445" y="132712"/>
                    <a:pt x="55371" y="132712"/>
                  </a:cubicBezTo>
                  <a:cubicBezTo>
                    <a:pt x="62297" y="132712"/>
                    <a:pt x="68646" y="131048"/>
                    <a:pt x="74417" y="127720"/>
                  </a:cubicBezTo>
                  <a:cubicBezTo>
                    <a:pt x="80190" y="124393"/>
                    <a:pt x="84773" y="119572"/>
                    <a:pt x="88169" y="113257"/>
                  </a:cubicBezTo>
                  <a:cubicBezTo>
                    <a:pt x="91564" y="106943"/>
                    <a:pt x="93260" y="99576"/>
                    <a:pt x="93260" y="91156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43C7370-9610-23B3-F00D-91CED73A7904}"/>
                </a:ext>
              </a:extLst>
            </p:cNvPr>
            <p:cNvSpPr/>
            <p:nvPr/>
          </p:nvSpPr>
          <p:spPr>
            <a:xfrm>
              <a:off x="-1419642" y="1211612"/>
              <a:ext cx="24851" cy="155020"/>
            </a:xfrm>
            <a:custGeom>
              <a:avLst/>
              <a:gdLst>
                <a:gd name="connsiteX0" fmla="*/ 9640 w 24851"/>
                <a:gd name="connsiteY0" fmla="*/ 21709 h 155020"/>
                <a:gd name="connsiteX1" fmla="*/ 677 w 24851"/>
                <a:gd name="connsiteY1" fmla="*/ 18043 h 155020"/>
                <a:gd name="connsiteX2" fmla="*/ -2988 w 24851"/>
                <a:gd name="connsiteY2" fmla="*/ 9079 h 155020"/>
                <a:gd name="connsiteX3" fmla="*/ 677 w 24851"/>
                <a:gd name="connsiteY3" fmla="*/ 116 h 155020"/>
                <a:gd name="connsiteX4" fmla="*/ 9640 w 24851"/>
                <a:gd name="connsiteY4" fmla="*/ -3550 h 155020"/>
                <a:gd name="connsiteX5" fmla="*/ 18298 w 24851"/>
                <a:gd name="connsiteY5" fmla="*/ 116 h 155020"/>
                <a:gd name="connsiteX6" fmla="*/ 21863 w 24851"/>
                <a:gd name="connsiteY6" fmla="*/ 9079 h 155020"/>
                <a:gd name="connsiteX7" fmla="*/ 18298 w 24851"/>
                <a:gd name="connsiteY7" fmla="*/ 18043 h 155020"/>
                <a:gd name="connsiteX8" fmla="*/ 9640 w 24851"/>
                <a:gd name="connsiteY8" fmla="*/ 21709 h 155020"/>
                <a:gd name="connsiteX9" fmla="*/ 18604 w 24851"/>
                <a:gd name="connsiteY9" fmla="*/ 39839 h 155020"/>
                <a:gd name="connsiteX10" fmla="*/ 18604 w 24851"/>
                <a:gd name="connsiteY10" fmla="*/ 151471 h 155020"/>
                <a:gd name="connsiteX11" fmla="*/ 66 w 24851"/>
                <a:gd name="connsiteY11" fmla="*/ 151471 h 155020"/>
                <a:gd name="connsiteX12" fmla="*/ 66 w 24851"/>
                <a:gd name="connsiteY12" fmla="*/ 39839 h 155020"/>
                <a:gd name="connsiteX13" fmla="*/ 18604 w 24851"/>
                <a:gd name="connsiteY13" fmla="*/ 39839 h 15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51" h="155020">
                  <a:moveTo>
                    <a:pt x="9640" y="21709"/>
                  </a:moveTo>
                  <a:cubicBezTo>
                    <a:pt x="6110" y="21709"/>
                    <a:pt x="3123" y="20487"/>
                    <a:pt x="677" y="18043"/>
                  </a:cubicBezTo>
                  <a:cubicBezTo>
                    <a:pt x="-1766" y="15597"/>
                    <a:pt x="-2988" y="12611"/>
                    <a:pt x="-2988" y="9079"/>
                  </a:cubicBezTo>
                  <a:cubicBezTo>
                    <a:pt x="-2988" y="5548"/>
                    <a:pt x="-1766" y="2561"/>
                    <a:pt x="677" y="116"/>
                  </a:cubicBezTo>
                  <a:cubicBezTo>
                    <a:pt x="3123" y="-2328"/>
                    <a:pt x="6110" y="-3550"/>
                    <a:pt x="9640" y="-3550"/>
                  </a:cubicBezTo>
                  <a:cubicBezTo>
                    <a:pt x="13036" y="-3550"/>
                    <a:pt x="15923" y="-2328"/>
                    <a:pt x="18298" y="116"/>
                  </a:cubicBezTo>
                  <a:cubicBezTo>
                    <a:pt x="20675" y="2561"/>
                    <a:pt x="21863" y="5548"/>
                    <a:pt x="21863" y="9079"/>
                  </a:cubicBezTo>
                  <a:cubicBezTo>
                    <a:pt x="21863" y="12611"/>
                    <a:pt x="20675" y="15597"/>
                    <a:pt x="18298" y="18043"/>
                  </a:cubicBezTo>
                  <a:cubicBezTo>
                    <a:pt x="15923" y="20487"/>
                    <a:pt x="13036" y="21709"/>
                    <a:pt x="9640" y="21709"/>
                  </a:cubicBezTo>
                  <a:close/>
                  <a:moveTo>
                    <a:pt x="18604" y="39839"/>
                  </a:moveTo>
                  <a:lnTo>
                    <a:pt x="18604" y="151471"/>
                  </a:lnTo>
                  <a:lnTo>
                    <a:pt x="66" y="151471"/>
                  </a:lnTo>
                  <a:lnTo>
                    <a:pt x="66" y="39839"/>
                  </a:lnTo>
                  <a:lnTo>
                    <a:pt x="18604" y="39839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6EC0D58-9889-075B-3218-A7D0F2CB3E81}"/>
                </a:ext>
              </a:extLst>
            </p:cNvPr>
            <p:cNvSpPr/>
            <p:nvPr/>
          </p:nvSpPr>
          <p:spPr>
            <a:xfrm>
              <a:off x="-1323560" y="1253169"/>
              <a:ext cx="86373" cy="115297"/>
            </a:xfrm>
            <a:custGeom>
              <a:avLst/>
              <a:gdLst>
                <a:gd name="connsiteX0" fmla="*/ 41950 w 86373"/>
                <a:gd name="connsiteY0" fmla="*/ 111614 h 115297"/>
                <a:gd name="connsiteX1" fmla="*/ 18931 w 86373"/>
                <a:gd name="connsiteY1" fmla="*/ 107234 h 115297"/>
                <a:gd name="connsiteX2" fmla="*/ 2837 w 86373"/>
                <a:gd name="connsiteY2" fmla="*/ 95011 h 115297"/>
                <a:gd name="connsiteX3" fmla="*/ -3682 w 86373"/>
                <a:gd name="connsiteY3" fmla="*/ 76983 h 115297"/>
                <a:gd name="connsiteX4" fmla="*/ 15467 w 86373"/>
                <a:gd name="connsiteY4" fmla="*/ 76983 h 115297"/>
                <a:gd name="connsiteX5" fmla="*/ 23311 w 86373"/>
                <a:gd name="connsiteY5" fmla="*/ 90632 h 115297"/>
                <a:gd name="connsiteX6" fmla="*/ 41746 w 86373"/>
                <a:gd name="connsiteY6" fmla="*/ 95928 h 115297"/>
                <a:gd name="connsiteX7" fmla="*/ 58449 w 86373"/>
                <a:gd name="connsiteY7" fmla="*/ 91243 h 115297"/>
                <a:gd name="connsiteX8" fmla="*/ 64561 w 86373"/>
                <a:gd name="connsiteY8" fmla="*/ 79427 h 115297"/>
                <a:gd name="connsiteX9" fmla="*/ 58042 w 86373"/>
                <a:gd name="connsiteY9" fmla="*/ 68529 h 115297"/>
                <a:gd name="connsiteX10" fmla="*/ 37875 w 86373"/>
                <a:gd name="connsiteY10" fmla="*/ 61502 h 115297"/>
                <a:gd name="connsiteX11" fmla="*/ 17607 w 86373"/>
                <a:gd name="connsiteY11" fmla="*/ 54881 h 115297"/>
                <a:gd name="connsiteX12" fmla="*/ 4162 w 86373"/>
                <a:gd name="connsiteY12" fmla="*/ 44900 h 115297"/>
                <a:gd name="connsiteX13" fmla="*/ -1440 w 86373"/>
                <a:gd name="connsiteY13" fmla="*/ 27483 h 115297"/>
                <a:gd name="connsiteX14" fmla="*/ 3652 w 86373"/>
                <a:gd name="connsiteY14" fmla="*/ 11797 h 115297"/>
                <a:gd name="connsiteX15" fmla="*/ 18116 w 86373"/>
                <a:gd name="connsiteY15" fmla="*/ 492 h 115297"/>
                <a:gd name="connsiteX16" fmla="*/ 39506 w 86373"/>
                <a:gd name="connsiteY16" fmla="*/ -3684 h 115297"/>
                <a:gd name="connsiteX17" fmla="*/ 69450 w 86373"/>
                <a:gd name="connsiteY17" fmla="*/ 5686 h 115297"/>
                <a:gd name="connsiteX18" fmla="*/ 81672 w 86373"/>
                <a:gd name="connsiteY18" fmla="*/ 31354 h 115297"/>
                <a:gd name="connsiteX19" fmla="*/ 63135 w 86373"/>
                <a:gd name="connsiteY19" fmla="*/ 31354 h 115297"/>
                <a:gd name="connsiteX20" fmla="*/ 56107 w 86373"/>
                <a:gd name="connsiteY20" fmla="*/ 17298 h 115297"/>
                <a:gd name="connsiteX21" fmla="*/ 38893 w 86373"/>
                <a:gd name="connsiteY21" fmla="*/ 12001 h 115297"/>
                <a:gd name="connsiteX22" fmla="*/ 23004 w 86373"/>
                <a:gd name="connsiteY22" fmla="*/ 16278 h 115297"/>
                <a:gd name="connsiteX23" fmla="*/ 17097 w 86373"/>
                <a:gd name="connsiteY23" fmla="*/ 27483 h 115297"/>
                <a:gd name="connsiteX24" fmla="*/ 20661 w 86373"/>
                <a:gd name="connsiteY24" fmla="*/ 36548 h 115297"/>
                <a:gd name="connsiteX25" fmla="*/ 29626 w 86373"/>
                <a:gd name="connsiteY25" fmla="*/ 42252 h 115297"/>
                <a:gd name="connsiteX26" fmla="*/ 44597 w 86373"/>
                <a:gd name="connsiteY26" fmla="*/ 47039 h 115297"/>
                <a:gd name="connsiteX27" fmla="*/ 64154 w 86373"/>
                <a:gd name="connsiteY27" fmla="*/ 53455 h 115297"/>
                <a:gd name="connsiteX28" fmla="*/ 77089 w 86373"/>
                <a:gd name="connsiteY28" fmla="*/ 62927 h 115297"/>
                <a:gd name="connsiteX29" fmla="*/ 82692 w 86373"/>
                <a:gd name="connsiteY29" fmla="*/ 79427 h 115297"/>
                <a:gd name="connsiteX30" fmla="*/ 77598 w 86373"/>
                <a:gd name="connsiteY30" fmla="*/ 95928 h 115297"/>
                <a:gd name="connsiteX31" fmla="*/ 63236 w 86373"/>
                <a:gd name="connsiteY31" fmla="*/ 107438 h 115297"/>
                <a:gd name="connsiteX32" fmla="*/ 41950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41950" y="111614"/>
                  </a:moveTo>
                  <a:cubicBezTo>
                    <a:pt x="33394" y="111614"/>
                    <a:pt x="25720" y="110154"/>
                    <a:pt x="18931" y="107234"/>
                  </a:cubicBezTo>
                  <a:cubicBezTo>
                    <a:pt x="12140" y="104314"/>
                    <a:pt x="6775" y="100240"/>
                    <a:pt x="2837" y="95011"/>
                  </a:cubicBezTo>
                  <a:cubicBezTo>
                    <a:pt x="-1101" y="89783"/>
                    <a:pt x="-3274" y="83774"/>
                    <a:pt x="-3682" y="76983"/>
                  </a:cubicBezTo>
                  <a:lnTo>
                    <a:pt x="15467" y="76983"/>
                  </a:lnTo>
                  <a:cubicBezTo>
                    <a:pt x="16011" y="82552"/>
                    <a:pt x="18625" y="87101"/>
                    <a:pt x="23311" y="90632"/>
                  </a:cubicBezTo>
                  <a:cubicBezTo>
                    <a:pt x="27995" y="94162"/>
                    <a:pt x="34140" y="95928"/>
                    <a:pt x="41746" y="95928"/>
                  </a:cubicBezTo>
                  <a:cubicBezTo>
                    <a:pt x="48807" y="95928"/>
                    <a:pt x="54376" y="94366"/>
                    <a:pt x="58449" y="91243"/>
                  </a:cubicBezTo>
                  <a:cubicBezTo>
                    <a:pt x="62524" y="88119"/>
                    <a:pt x="64561" y="84181"/>
                    <a:pt x="64561" y="79427"/>
                  </a:cubicBezTo>
                  <a:cubicBezTo>
                    <a:pt x="64561" y="74539"/>
                    <a:pt x="62389" y="70906"/>
                    <a:pt x="58042" y="68529"/>
                  </a:cubicBezTo>
                  <a:cubicBezTo>
                    <a:pt x="53697" y="66153"/>
                    <a:pt x="46974" y="63811"/>
                    <a:pt x="37875" y="61502"/>
                  </a:cubicBezTo>
                  <a:cubicBezTo>
                    <a:pt x="29592" y="59328"/>
                    <a:pt x="22835" y="57122"/>
                    <a:pt x="17607" y="54881"/>
                  </a:cubicBezTo>
                  <a:cubicBezTo>
                    <a:pt x="12378" y="52640"/>
                    <a:pt x="7896" y="49313"/>
                    <a:pt x="4162" y="44900"/>
                  </a:cubicBezTo>
                  <a:cubicBezTo>
                    <a:pt x="427" y="40486"/>
                    <a:pt x="-1440" y="34681"/>
                    <a:pt x="-1440" y="27483"/>
                  </a:cubicBezTo>
                  <a:cubicBezTo>
                    <a:pt x="-1440" y="21778"/>
                    <a:pt x="258" y="16550"/>
                    <a:pt x="3652" y="11797"/>
                  </a:cubicBezTo>
                  <a:cubicBezTo>
                    <a:pt x="7047" y="7043"/>
                    <a:pt x="11868" y="3275"/>
                    <a:pt x="18116" y="492"/>
                  </a:cubicBezTo>
                  <a:cubicBezTo>
                    <a:pt x="24363" y="-2293"/>
                    <a:pt x="31493" y="-3684"/>
                    <a:pt x="39506" y="-3684"/>
                  </a:cubicBezTo>
                  <a:cubicBezTo>
                    <a:pt x="51864" y="-3684"/>
                    <a:pt x="61845" y="-561"/>
                    <a:pt x="69450" y="5686"/>
                  </a:cubicBezTo>
                  <a:cubicBezTo>
                    <a:pt x="77056" y="11933"/>
                    <a:pt x="81129" y="20488"/>
                    <a:pt x="81672" y="31354"/>
                  </a:cubicBezTo>
                  <a:lnTo>
                    <a:pt x="63135" y="31354"/>
                  </a:lnTo>
                  <a:cubicBezTo>
                    <a:pt x="62728" y="25513"/>
                    <a:pt x="60385" y="20829"/>
                    <a:pt x="56107" y="17298"/>
                  </a:cubicBezTo>
                  <a:cubicBezTo>
                    <a:pt x="51830" y="13766"/>
                    <a:pt x="46091" y="12001"/>
                    <a:pt x="38893" y="12001"/>
                  </a:cubicBezTo>
                  <a:cubicBezTo>
                    <a:pt x="32239" y="12001"/>
                    <a:pt x="26942" y="13427"/>
                    <a:pt x="23004" y="16278"/>
                  </a:cubicBezTo>
                  <a:cubicBezTo>
                    <a:pt x="19066" y="19131"/>
                    <a:pt x="17097" y="22865"/>
                    <a:pt x="17097" y="27483"/>
                  </a:cubicBezTo>
                  <a:cubicBezTo>
                    <a:pt x="17097" y="31150"/>
                    <a:pt x="18286" y="34171"/>
                    <a:pt x="20661" y="36548"/>
                  </a:cubicBezTo>
                  <a:cubicBezTo>
                    <a:pt x="23039" y="38923"/>
                    <a:pt x="26027" y="40825"/>
                    <a:pt x="29626" y="42252"/>
                  </a:cubicBezTo>
                  <a:cubicBezTo>
                    <a:pt x="33225" y="43678"/>
                    <a:pt x="38215" y="45273"/>
                    <a:pt x="44597" y="47039"/>
                  </a:cubicBezTo>
                  <a:cubicBezTo>
                    <a:pt x="52610" y="49211"/>
                    <a:pt x="59129" y="51350"/>
                    <a:pt x="64154" y="53455"/>
                  </a:cubicBezTo>
                  <a:cubicBezTo>
                    <a:pt x="69178" y="55560"/>
                    <a:pt x="73489" y="58717"/>
                    <a:pt x="77089" y="62927"/>
                  </a:cubicBezTo>
                  <a:cubicBezTo>
                    <a:pt x="80688" y="67138"/>
                    <a:pt x="82555" y="72638"/>
                    <a:pt x="82692" y="79427"/>
                  </a:cubicBezTo>
                  <a:cubicBezTo>
                    <a:pt x="82692" y="85539"/>
                    <a:pt x="80994" y="91039"/>
                    <a:pt x="77598" y="95928"/>
                  </a:cubicBezTo>
                  <a:cubicBezTo>
                    <a:pt x="74203" y="100816"/>
                    <a:pt x="69416" y="104653"/>
                    <a:pt x="63236" y="107438"/>
                  </a:cubicBezTo>
                  <a:cubicBezTo>
                    <a:pt x="57058" y="110222"/>
                    <a:pt x="49962" y="111614"/>
                    <a:pt x="41950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DA3ACFF-D337-AB98-1EC4-5A151B2222CB}"/>
                </a:ext>
              </a:extLst>
            </p:cNvPr>
            <p:cNvSpPr/>
            <p:nvPr/>
          </p:nvSpPr>
          <p:spPr>
            <a:xfrm>
              <a:off x="-1164142" y="1253169"/>
              <a:ext cx="112855" cy="115297"/>
            </a:xfrm>
            <a:custGeom>
              <a:avLst/>
              <a:gdLst>
                <a:gd name="connsiteX0" fmla="*/ 50987 w 112855"/>
                <a:gd name="connsiteY0" fmla="*/ 111614 h 115297"/>
                <a:gd name="connsiteX1" fmla="*/ 22571 w 112855"/>
                <a:gd name="connsiteY1" fmla="*/ 104484 h 115297"/>
                <a:gd name="connsiteX2" fmla="*/ 2607 w 112855"/>
                <a:gd name="connsiteY2" fmla="*/ 84216 h 115297"/>
                <a:gd name="connsiteX3" fmla="*/ -4625 w 112855"/>
                <a:gd name="connsiteY3" fmla="*/ 53761 h 115297"/>
                <a:gd name="connsiteX4" fmla="*/ 2811 w 112855"/>
                <a:gd name="connsiteY4" fmla="*/ 23510 h 115297"/>
                <a:gd name="connsiteX5" fmla="*/ 23079 w 112855"/>
                <a:gd name="connsiteY5" fmla="*/ 3343 h 115297"/>
                <a:gd name="connsiteX6" fmla="*/ 51804 w 112855"/>
                <a:gd name="connsiteY6" fmla="*/ -3684 h 115297"/>
                <a:gd name="connsiteX7" fmla="*/ 80526 w 112855"/>
                <a:gd name="connsiteY7" fmla="*/ 3343 h 115297"/>
                <a:gd name="connsiteX8" fmla="*/ 100795 w 112855"/>
                <a:gd name="connsiteY8" fmla="*/ 23408 h 115297"/>
                <a:gd name="connsiteX9" fmla="*/ 108231 w 112855"/>
                <a:gd name="connsiteY9" fmla="*/ 53761 h 115297"/>
                <a:gd name="connsiteX10" fmla="*/ 100591 w 112855"/>
                <a:gd name="connsiteY10" fmla="*/ 84216 h 115297"/>
                <a:gd name="connsiteX11" fmla="*/ 79914 w 112855"/>
                <a:gd name="connsiteY11" fmla="*/ 104484 h 115297"/>
                <a:gd name="connsiteX12" fmla="*/ 50987 w 112855"/>
                <a:gd name="connsiteY12" fmla="*/ 111614 h 115297"/>
                <a:gd name="connsiteX13" fmla="*/ 50987 w 112855"/>
                <a:gd name="connsiteY13" fmla="*/ 95317 h 115297"/>
                <a:gd name="connsiteX14" fmla="*/ 69729 w 112855"/>
                <a:gd name="connsiteY14" fmla="*/ 90632 h 115297"/>
                <a:gd name="connsiteX15" fmla="*/ 83887 w 112855"/>
                <a:gd name="connsiteY15" fmla="*/ 76576 h 115297"/>
                <a:gd name="connsiteX16" fmla="*/ 89285 w 112855"/>
                <a:gd name="connsiteY16" fmla="*/ 53761 h 115297"/>
                <a:gd name="connsiteX17" fmla="*/ 83989 w 112855"/>
                <a:gd name="connsiteY17" fmla="*/ 30946 h 115297"/>
                <a:gd name="connsiteX18" fmla="*/ 70136 w 112855"/>
                <a:gd name="connsiteY18" fmla="*/ 16992 h 115297"/>
                <a:gd name="connsiteX19" fmla="*/ 51598 w 112855"/>
                <a:gd name="connsiteY19" fmla="*/ 12408 h 115297"/>
                <a:gd name="connsiteX20" fmla="*/ 32959 w 112855"/>
                <a:gd name="connsiteY20" fmla="*/ 16992 h 115297"/>
                <a:gd name="connsiteX21" fmla="*/ 19413 w 112855"/>
                <a:gd name="connsiteY21" fmla="*/ 30946 h 115297"/>
                <a:gd name="connsiteX22" fmla="*/ 14320 w 112855"/>
                <a:gd name="connsiteY22" fmla="*/ 53761 h 115297"/>
                <a:gd name="connsiteX23" fmla="*/ 19311 w 112855"/>
                <a:gd name="connsiteY23" fmla="*/ 76780 h 115297"/>
                <a:gd name="connsiteX24" fmla="*/ 32655 w 112855"/>
                <a:gd name="connsiteY24" fmla="*/ 90734 h 115297"/>
                <a:gd name="connsiteX25" fmla="*/ 50987 w 112855"/>
                <a:gd name="connsiteY25" fmla="*/ 95317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2855" h="115297">
                  <a:moveTo>
                    <a:pt x="50987" y="111614"/>
                  </a:moveTo>
                  <a:cubicBezTo>
                    <a:pt x="40531" y="111614"/>
                    <a:pt x="31058" y="109236"/>
                    <a:pt x="22571" y="104484"/>
                  </a:cubicBezTo>
                  <a:cubicBezTo>
                    <a:pt x="14082" y="99731"/>
                    <a:pt x="7428" y="92975"/>
                    <a:pt x="2607" y="84216"/>
                  </a:cubicBezTo>
                  <a:cubicBezTo>
                    <a:pt x="-2214" y="75455"/>
                    <a:pt x="-4625" y="65305"/>
                    <a:pt x="-4625" y="53761"/>
                  </a:cubicBezTo>
                  <a:cubicBezTo>
                    <a:pt x="-4625" y="42353"/>
                    <a:pt x="-2145" y="32269"/>
                    <a:pt x="2811" y="23510"/>
                  </a:cubicBezTo>
                  <a:cubicBezTo>
                    <a:pt x="7767" y="14751"/>
                    <a:pt x="14524" y="8029"/>
                    <a:pt x="23079" y="3343"/>
                  </a:cubicBezTo>
                  <a:cubicBezTo>
                    <a:pt x="31636" y="-1343"/>
                    <a:pt x="41210" y="-3684"/>
                    <a:pt x="51804" y="-3684"/>
                  </a:cubicBezTo>
                  <a:cubicBezTo>
                    <a:pt x="62396" y="-3684"/>
                    <a:pt x="71969" y="-1343"/>
                    <a:pt x="80526" y="3343"/>
                  </a:cubicBezTo>
                  <a:cubicBezTo>
                    <a:pt x="89082" y="8029"/>
                    <a:pt x="95838" y="14717"/>
                    <a:pt x="100795" y="23408"/>
                  </a:cubicBezTo>
                  <a:cubicBezTo>
                    <a:pt x="105751" y="32100"/>
                    <a:pt x="108231" y="42218"/>
                    <a:pt x="108231" y="53761"/>
                  </a:cubicBezTo>
                  <a:cubicBezTo>
                    <a:pt x="108231" y="65305"/>
                    <a:pt x="105684" y="75455"/>
                    <a:pt x="100591" y="84216"/>
                  </a:cubicBezTo>
                  <a:cubicBezTo>
                    <a:pt x="95498" y="92975"/>
                    <a:pt x="88606" y="99731"/>
                    <a:pt x="79914" y="104484"/>
                  </a:cubicBezTo>
                  <a:cubicBezTo>
                    <a:pt x="71223" y="109236"/>
                    <a:pt x="61581" y="111614"/>
                    <a:pt x="50987" y="111614"/>
                  </a:cubicBezTo>
                  <a:close/>
                  <a:moveTo>
                    <a:pt x="50987" y="95317"/>
                  </a:moveTo>
                  <a:cubicBezTo>
                    <a:pt x="57643" y="95317"/>
                    <a:pt x="63890" y="93755"/>
                    <a:pt x="69729" y="90632"/>
                  </a:cubicBezTo>
                  <a:cubicBezTo>
                    <a:pt x="75568" y="87508"/>
                    <a:pt x="80288" y="82823"/>
                    <a:pt x="83887" y="76576"/>
                  </a:cubicBezTo>
                  <a:cubicBezTo>
                    <a:pt x="87485" y="70329"/>
                    <a:pt x="89285" y="62724"/>
                    <a:pt x="89285" y="53761"/>
                  </a:cubicBezTo>
                  <a:cubicBezTo>
                    <a:pt x="89285" y="44798"/>
                    <a:pt x="87519" y="37193"/>
                    <a:pt x="83989" y="30946"/>
                  </a:cubicBezTo>
                  <a:cubicBezTo>
                    <a:pt x="80458" y="24698"/>
                    <a:pt x="75840" y="20047"/>
                    <a:pt x="70136" y="16992"/>
                  </a:cubicBezTo>
                  <a:cubicBezTo>
                    <a:pt x="64432" y="13937"/>
                    <a:pt x="58254" y="12408"/>
                    <a:pt x="51598" y="12408"/>
                  </a:cubicBezTo>
                  <a:cubicBezTo>
                    <a:pt x="44809" y="12408"/>
                    <a:pt x="38597" y="13937"/>
                    <a:pt x="32959" y="16992"/>
                  </a:cubicBezTo>
                  <a:cubicBezTo>
                    <a:pt x="27324" y="20047"/>
                    <a:pt x="22809" y="24698"/>
                    <a:pt x="19413" y="30946"/>
                  </a:cubicBezTo>
                  <a:cubicBezTo>
                    <a:pt x="16018" y="37193"/>
                    <a:pt x="14320" y="44798"/>
                    <a:pt x="14320" y="53761"/>
                  </a:cubicBezTo>
                  <a:cubicBezTo>
                    <a:pt x="14320" y="62859"/>
                    <a:pt x="15984" y="70533"/>
                    <a:pt x="19311" y="76780"/>
                  </a:cubicBezTo>
                  <a:cubicBezTo>
                    <a:pt x="22639" y="83026"/>
                    <a:pt x="27086" y="87678"/>
                    <a:pt x="32655" y="90734"/>
                  </a:cubicBezTo>
                  <a:cubicBezTo>
                    <a:pt x="38222" y="93789"/>
                    <a:pt x="44333" y="95317"/>
                    <a:pt x="50987" y="95317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5" name="Freeform: Shape 40">
              <a:extLst>
                <a:ext uri="{FF2B5EF4-FFF2-40B4-BE49-F238E27FC236}">
                  <a16:creationId xmlns:a16="http://schemas.microsoft.com/office/drawing/2014/main" id="{DEB5AE41-BEF7-6D3D-198C-C11885A15B5E}"/>
                </a:ext>
              </a:extLst>
            </p:cNvPr>
            <p:cNvSpPr/>
            <p:nvPr/>
          </p:nvSpPr>
          <p:spPr>
            <a:xfrm>
              <a:off x="-977472" y="1252965"/>
              <a:ext cx="54594" cy="113668"/>
            </a:xfrm>
            <a:custGeom>
              <a:avLst/>
              <a:gdLst>
                <a:gd name="connsiteX0" fmla="*/ 13033 w 54594"/>
                <a:gd name="connsiteY0" fmla="*/ 16488 h 113668"/>
                <a:gd name="connsiteX1" fmla="*/ 26986 w 54594"/>
                <a:gd name="connsiteY1" fmla="*/ 1618 h 113668"/>
                <a:gd name="connsiteX2" fmla="*/ 49089 w 54594"/>
                <a:gd name="connsiteY2" fmla="*/ -3678 h 113668"/>
                <a:gd name="connsiteX3" fmla="*/ 49089 w 54594"/>
                <a:gd name="connsiteY3" fmla="*/ 15470 h 113668"/>
                <a:gd name="connsiteX4" fmla="*/ 44199 w 54594"/>
                <a:gd name="connsiteY4" fmla="*/ 15470 h 113668"/>
                <a:gd name="connsiteX5" fmla="*/ 13033 w 54594"/>
                <a:gd name="connsiteY5" fmla="*/ 49285 h 113668"/>
                <a:gd name="connsiteX6" fmla="*/ 13033 w 54594"/>
                <a:gd name="connsiteY6" fmla="*/ 109990 h 113668"/>
                <a:gd name="connsiteX7" fmla="*/ -5505 w 54594"/>
                <a:gd name="connsiteY7" fmla="*/ 109990 h 113668"/>
                <a:gd name="connsiteX8" fmla="*/ -5505 w 54594"/>
                <a:gd name="connsiteY8" fmla="*/ -1641 h 113668"/>
                <a:gd name="connsiteX9" fmla="*/ 13033 w 54594"/>
                <a:gd name="connsiteY9" fmla="*/ -1641 h 113668"/>
                <a:gd name="connsiteX10" fmla="*/ 13033 w 54594"/>
                <a:gd name="connsiteY10" fmla="*/ 16488 h 11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594" h="113668">
                  <a:moveTo>
                    <a:pt x="13033" y="16488"/>
                  </a:moveTo>
                  <a:cubicBezTo>
                    <a:pt x="16291" y="10106"/>
                    <a:pt x="20943" y="5148"/>
                    <a:pt x="26986" y="1618"/>
                  </a:cubicBezTo>
                  <a:cubicBezTo>
                    <a:pt x="33029" y="-1913"/>
                    <a:pt x="40397" y="-3678"/>
                    <a:pt x="49089" y="-3678"/>
                  </a:cubicBezTo>
                  <a:lnTo>
                    <a:pt x="49089" y="15470"/>
                  </a:lnTo>
                  <a:lnTo>
                    <a:pt x="44199" y="15470"/>
                  </a:lnTo>
                  <a:cubicBezTo>
                    <a:pt x="23421" y="15470"/>
                    <a:pt x="13033" y="26743"/>
                    <a:pt x="13033" y="49285"/>
                  </a:cubicBezTo>
                  <a:lnTo>
                    <a:pt x="13033" y="109990"/>
                  </a:lnTo>
                  <a:lnTo>
                    <a:pt x="-5505" y="109990"/>
                  </a:lnTo>
                  <a:lnTo>
                    <a:pt x="-5505" y="-1641"/>
                  </a:lnTo>
                  <a:lnTo>
                    <a:pt x="13033" y="-1641"/>
                  </a:lnTo>
                  <a:lnTo>
                    <a:pt x="13033" y="16488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" name="Freeform: Shape 41">
              <a:extLst>
                <a:ext uri="{FF2B5EF4-FFF2-40B4-BE49-F238E27FC236}">
                  <a16:creationId xmlns:a16="http://schemas.microsoft.com/office/drawing/2014/main" id="{99E3CDC5-EE6F-8E3A-188F-EA841550E9A7}"/>
                </a:ext>
              </a:extLst>
            </p:cNvPr>
            <p:cNvSpPr/>
            <p:nvPr/>
          </p:nvSpPr>
          <p:spPr>
            <a:xfrm>
              <a:off x="-857577" y="1253169"/>
              <a:ext cx="86373" cy="115297"/>
            </a:xfrm>
            <a:custGeom>
              <a:avLst/>
              <a:gdLst>
                <a:gd name="connsiteX0" fmla="*/ 39384 w 86373"/>
                <a:gd name="connsiteY0" fmla="*/ 111614 h 115297"/>
                <a:gd name="connsiteX1" fmla="*/ 16364 w 86373"/>
                <a:gd name="connsiteY1" fmla="*/ 107234 h 115297"/>
                <a:gd name="connsiteX2" fmla="*/ 272 w 86373"/>
                <a:gd name="connsiteY2" fmla="*/ 95011 h 115297"/>
                <a:gd name="connsiteX3" fmla="*/ -6247 w 86373"/>
                <a:gd name="connsiteY3" fmla="*/ 76983 h 115297"/>
                <a:gd name="connsiteX4" fmla="*/ 12902 w 86373"/>
                <a:gd name="connsiteY4" fmla="*/ 76983 h 115297"/>
                <a:gd name="connsiteX5" fmla="*/ 20744 w 86373"/>
                <a:gd name="connsiteY5" fmla="*/ 90632 h 115297"/>
                <a:gd name="connsiteX6" fmla="*/ 39181 w 86373"/>
                <a:gd name="connsiteY6" fmla="*/ 95928 h 115297"/>
                <a:gd name="connsiteX7" fmla="*/ 55884 w 86373"/>
                <a:gd name="connsiteY7" fmla="*/ 91243 h 115297"/>
                <a:gd name="connsiteX8" fmla="*/ 61996 w 86373"/>
                <a:gd name="connsiteY8" fmla="*/ 79427 h 115297"/>
                <a:gd name="connsiteX9" fmla="*/ 55477 w 86373"/>
                <a:gd name="connsiteY9" fmla="*/ 68529 h 115297"/>
                <a:gd name="connsiteX10" fmla="*/ 35309 w 86373"/>
                <a:gd name="connsiteY10" fmla="*/ 61502 h 115297"/>
                <a:gd name="connsiteX11" fmla="*/ 15041 w 86373"/>
                <a:gd name="connsiteY11" fmla="*/ 54881 h 115297"/>
                <a:gd name="connsiteX12" fmla="*/ 1596 w 86373"/>
                <a:gd name="connsiteY12" fmla="*/ 44900 h 115297"/>
                <a:gd name="connsiteX13" fmla="*/ -4005 w 86373"/>
                <a:gd name="connsiteY13" fmla="*/ 27483 h 115297"/>
                <a:gd name="connsiteX14" fmla="*/ 1086 w 86373"/>
                <a:gd name="connsiteY14" fmla="*/ 11797 h 115297"/>
                <a:gd name="connsiteX15" fmla="*/ 15549 w 86373"/>
                <a:gd name="connsiteY15" fmla="*/ 492 h 115297"/>
                <a:gd name="connsiteX16" fmla="*/ 36939 w 86373"/>
                <a:gd name="connsiteY16" fmla="*/ -3684 h 115297"/>
                <a:gd name="connsiteX17" fmla="*/ 66885 w 86373"/>
                <a:gd name="connsiteY17" fmla="*/ 5686 h 115297"/>
                <a:gd name="connsiteX18" fmla="*/ 79106 w 86373"/>
                <a:gd name="connsiteY18" fmla="*/ 31354 h 115297"/>
                <a:gd name="connsiteX19" fmla="*/ 60570 w 86373"/>
                <a:gd name="connsiteY19" fmla="*/ 31354 h 115297"/>
                <a:gd name="connsiteX20" fmla="*/ 53541 w 86373"/>
                <a:gd name="connsiteY20" fmla="*/ 17298 h 115297"/>
                <a:gd name="connsiteX21" fmla="*/ 36328 w 86373"/>
                <a:gd name="connsiteY21" fmla="*/ 12001 h 115297"/>
                <a:gd name="connsiteX22" fmla="*/ 20439 w 86373"/>
                <a:gd name="connsiteY22" fmla="*/ 16278 h 115297"/>
                <a:gd name="connsiteX23" fmla="*/ 14531 w 86373"/>
                <a:gd name="connsiteY23" fmla="*/ 27483 h 115297"/>
                <a:gd name="connsiteX24" fmla="*/ 18096 w 86373"/>
                <a:gd name="connsiteY24" fmla="*/ 36548 h 115297"/>
                <a:gd name="connsiteX25" fmla="*/ 27059 w 86373"/>
                <a:gd name="connsiteY25" fmla="*/ 42252 h 115297"/>
                <a:gd name="connsiteX26" fmla="*/ 42032 w 86373"/>
                <a:gd name="connsiteY26" fmla="*/ 47039 h 115297"/>
                <a:gd name="connsiteX27" fmla="*/ 61588 w 86373"/>
                <a:gd name="connsiteY27" fmla="*/ 53455 h 115297"/>
                <a:gd name="connsiteX28" fmla="*/ 74523 w 86373"/>
                <a:gd name="connsiteY28" fmla="*/ 62927 h 115297"/>
                <a:gd name="connsiteX29" fmla="*/ 80126 w 86373"/>
                <a:gd name="connsiteY29" fmla="*/ 79427 h 115297"/>
                <a:gd name="connsiteX30" fmla="*/ 75033 w 86373"/>
                <a:gd name="connsiteY30" fmla="*/ 95928 h 115297"/>
                <a:gd name="connsiteX31" fmla="*/ 60671 w 86373"/>
                <a:gd name="connsiteY31" fmla="*/ 107438 h 115297"/>
                <a:gd name="connsiteX32" fmla="*/ 39384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39384" y="111614"/>
                  </a:moveTo>
                  <a:cubicBezTo>
                    <a:pt x="30827" y="111614"/>
                    <a:pt x="23155" y="110154"/>
                    <a:pt x="16364" y="107234"/>
                  </a:cubicBezTo>
                  <a:cubicBezTo>
                    <a:pt x="9575" y="104314"/>
                    <a:pt x="4210" y="100240"/>
                    <a:pt x="272" y="95011"/>
                  </a:cubicBezTo>
                  <a:cubicBezTo>
                    <a:pt x="-3666" y="89783"/>
                    <a:pt x="-5840" y="83774"/>
                    <a:pt x="-6247" y="76983"/>
                  </a:cubicBezTo>
                  <a:lnTo>
                    <a:pt x="12902" y="76983"/>
                  </a:lnTo>
                  <a:cubicBezTo>
                    <a:pt x="13444" y="82552"/>
                    <a:pt x="16059" y="87101"/>
                    <a:pt x="20744" y="90632"/>
                  </a:cubicBezTo>
                  <a:cubicBezTo>
                    <a:pt x="25430" y="94162"/>
                    <a:pt x="31575" y="95928"/>
                    <a:pt x="39181" y="95928"/>
                  </a:cubicBezTo>
                  <a:cubicBezTo>
                    <a:pt x="46242" y="95928"/>
                    <a:pt x="51809" y="94366"/>
                    <a:pt x="55884" y="91243"/>
                  </a:cubicBezTo>
                  <a:cubicBezTo>
                    <a:pt x="59959" y="88119"/>
                    <a:pt x="61996" y="84181"/>
                    <a:pt x="61996" y="79427"/>
                  </a:cubicBezTo>
                  <a:cubicBezTo>
                    <a:pt x="61996" y="74539"/>
                    <a:pt x="59822" y="70906"/>
                    <a:pt x="55477" y="68529"/>
                  </a:cubicBezTo>
                  <a:cubicBezTo>
                    <a:pt x="51131" y="66153"/>
                    <a:pt x="44409" y="63811"/>
                    <a:pt x="35309" y="61502"/>
                  </a:cubicBezTo>
                  <a:cubicBezTo>
                    <a:pt x="27026" y="59328"/>
                    <a:pt x="20269" y="57122"/>
                    <a:pt x="15041" y="54881"/>
                  </a:cubicBezTo>
                  <a:cubicBezTo>
                    <a:pt x="9813" y="52640"/>
                    <a:pt x="5331" y="49313"/>
                    <a:pt x="1596" y="44900"/>
                  </a:cubicBezTo>
                  <a:cubicBezTo>
                    <a:pt x="-2138" y="40486"/>
                    <a:pt x="-4005" y="34681"/>
                    <a:pt x="-4005" y="27483"/>
                  </a:cubicBezTo>
                  <a:cubicBezTo>
                    <a:pt x="-4005" y="21778"/>
                    <a:pt x="-2309" y="16550"/>
                    <a:pt x="1086" y="11797"/>
                  </a:cubicBezTo>
                  <a:cubicBezTo>
                    <a:pt x="4482" y="7043"/>
                    <a:pt x="9303" y="3275"/>
                    <a:pt x="15549" y="492"/>
                  </a:cubicBezTo>
                  <a:cubicBezTo>
                    <a:pt x="21796" y="-2293"/>
                    <a:pt x="28926" y="-3684"/>
                    <a:pt x="36939" y="-3684"/>
                  </a:cubicBezTo>
                  <a:cubicBezTo>
                    <a:pt x="49297" y="-3684"/>
                    <a:pt x="59279" y="-561"/>
                    <a:pt x="66885" y="5686"/>
                  </a:cubicBezTo>
                  <a:cubicBezTo>
                    <a:pt x="74489" y="11933"/>
                    <a:pt x="78564" y="20488"/>
                    <a:pt x="79106" y="31354"/>
                  </a:cubicBezTo>
                  <a:lnTo>
                    <a:pt x="60570" y="31354"/>
                  </a:lnTo>
                  <a:cubicBezTo>
                    <a:pt x="60163" y="25513"/>
                    <a:pt x="57820" y="20829"/>
                    <a:pt x="53541" y="17298"/>
                  </a:cubicBezTo>
                  <a:cubicBezTo>
                    <a:pt x="49264" y="13766"/>
                    <a:pt x="43526" y="12001"/>
                    <a:pt x="36328" y="12001"/>
                  </a:cubicBezTo>
                  <a:cubicBezTo>
                    <a:pt x="29674" y="12001"/>
                    <a:pt x="24377" y="13427"/>
                    <a:pt x="20439" y="16278"/>
                  </a:cubicBezTo>
                  <a:cubicBezTo>
                    <a:pt x="16501" y="19131"/>
                    <a:pt x="14531" y="22865"/>
                    <a:pt x="14531" y="27483"/>
                  </a:cubicBezTo>
                  <a:cubicBezTo>
                    <a:pt x="14531" y="31150"/>
                    <a:pt x="15719" y="34171"/>
                    <a:pt x="18096" y="36548"/>
                  </a:cubicBezTo>
                  <a:cubicBezTo>
                    <a:pt x="20473" y="38923"/>
                    <a:pt x="23461" y="40825"/>
                    <a:pt x="27059" y="42252"/>
                  </a:cubicBezTo>
                  <a:cubicBezTo>
                    <a:pt x="30658" y="43678"/>
                    <a:pt x="35650" y="45273"/>
                    <a:pt x="42032" y="47039"/>
                  </a:cubicBezTo>
                  <a:cubicBezTo>
                    <a:pt x="50045" y="49211"/>
                    <a:pt x="56563" y="51350"/>
                    <a:pt x="61588" y="53455"/>
                  </a:cubicBezTo>
                  <a:cubicBezTo>
                    <a:pt x="66613" y="55560"/>
                    <a:pt x="70924" y="58717"/>
                    <a:pt x="74523" y="62927"/>
                  </a:cubicBezTo>
                  <a:cubicBezTo>
                    <a:pt x="78122" y="67138"/>
                    <a:pt x="79989" y="72638"/>
                    <a:pt x="80126" y="79427"/>
                  </a:cubicBezTo>
                  <a:cubicBezTo>
                    <a:pt x="80126" y="85539"/>
                    <a:pt x="78428" y="91039"/>
                    <a:pt x="75033" y="95928"/>
                  </a:cubicBezTo>
                  <a:cubicBezTo>
                    <a:pt x="71638" y="100816"/>
                    <a:pt x="66851" y="104653"/>
                    <a:pt x="60671" y="107438"/>
                  </a:cubicBezTo>
                  <a:cubicBezTo>
                    <a:pt x="54493" y="110222"/>
                    <a:pt x="47397" y="111614"/>
                    <a:pt x="39384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" name="Freeform: Shape 42">
              <a:extLst>
                <a:ext uri="{FF2B5EF4-FFF2-40B4-BE49-F238E27FC236}">
                  <a16:creationId xmlns:a16="http://schemas.microsoft.com/office/drawing/2014/main" id="{248F03C8-B78E-FF65-B071-A8569D1A0223}"/>
                </a:ext>
              </a:extLst>
            </p:cNvPr>
            <p:cNvSpPr/>
            <p:nvPr/>
          </p:nvSpPr>
          <p:spPr>
            <a:xfrm rot="19796186">
              <a:off x="-2006334" y="1241532"/>
              <a:ext cx="151108" cy="173844"/>
            </a:xfrm>
            <a:custGeom>
              <a:avLst/>
              <a:gdLst>
                <a:gd name="connsiteX0" fmla="*/ -2702 w 151108"/>
                <a:gd name="connsiteY0" fmla="*/ 76552 h 173844"/>
                <a:gd name="connsiteX1" fmla="*/ 148407 w 151108"/>
                <a:gd name="connsiteY1" fmla="*/ -11625 h 173844"/>
                <a:gd name="connsiteX2" fmla="*/ 148407 w 151108"/>
                <a:gd name="connsiteY2" fmla="*/ 162219 h 173844"/>
                <a:gd name="connsiteX3" fmla="*/ 129644 w 151108"/>
                <a:gd name="connsiteY3" fmla="*/ 152132 h 173844"/>
                <a:gd name="connsiteX4" fmla="*/ 129644 w 151108"/>
                <a:gd name="connsiteY4" fmla="*/ 124429 h 173844"/>
                <a:gd name="connsiteX5" fmla="*/ 40885 w 151108"/>
                <a:gd name="connsiteY5" fmla="*/ 71533 h 173844"/>
                <a:gd name="connsiteX6" fmla="*/ 16033 w 151108"/>
                <a:gd name="connsiteY6" fmla="*/ 86639 h 173844"/>
                <a:gd name="connsiteX7" fmla="*/ -2702 w 151108"/>
                <a:gd name="connsiteY7" fmla="*/ 76552 h 173844"/>
                <a:gd name="connsiteX8" fmla="*/ 54650 w 151108"/>
                <a:gd name="connsiteY8" fmla="*/ 63955 h 173844"/>
                <a:gd name="connsiteX9" fmla="*/ 129644 w 151108"/>
                <a:gd name="connsiteY9" fmla="*/ 106789 h 173844"/>
                <a:gd name="connsiteX10" fmla="*/ 129644 w 151108"/>
                <a:gd name="connsiteY10" fmla="*/ 21146 h 173844"/>
                <a:gd name="connsiteX11" fmla="*/ 54650 w 151108"/>
                <a:gd name="connsiteY11" fmla="*/ 63955 h 17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108" h="173844">
                  <a:moveTo>
                    <a:pt x="-2702" y="76552"/>
                  </a:moveTo>
                  <a:lnTo>
                    <a:pt x="148407" y="-11625"/>
                  </a:lnTo>
                  <a:lnTo>
                    <a:pt x="148407" y="162219"/>
                  </a:lnTo>
                  <a:lnTo>
                    <a:pt x="129644" y="152132"/>
                  </a:lnTo>
                  <a:lnTo>
                    <a:pt x="129644" y="124429"/>
                  </a:lnTo>
                  <a:lnTo>
                    <a:pt x="40885" y="71533"/>
                  </a:lnTo>
                  <a:lnTo>
                    <a:pt x="16033" y="86639"/>
                  </a:lnTo>
                  <a:lnTo>
                    <a:pt x="-2702" y="76552"/>
                  </a:lnTo>
                  <a:close/>
                  <a:moveTo>
                    <a:pt x="54650" y="63955"/>
                  </a:moveTo>
                  <a:lnTo>
                    <a:pt x="129644" y="106789"/>
                  </a:lnTo>
                  <a:lnTo>
                    <a:pt x="129644" y="21146"/>
                  </a:lnTo>
                  <a:lnTo>
                    <a:pt x="54650" y="63955"/>
                  </a:lnTo>
                  <a:close/>
                </a:path>
              </a:pathLst>
            </a:custGeom>
            <a:solidFill>
              <a:schemeClr val="bg1"/>
            </a:solidFill>
            <a:ln w="17264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85ADCFE4-5805-890E-745D-8F19A57E21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049" y="1293093"/>
            <a:ext cx="5940145" cy="553998"/>
          </a:xfrm>
          <a:prstGeom prst="rect">
            <a:avLst/>
          </a:prstGeom>
        </p:spPr>
        <p:txBody>
          <a:bodyPr vert="horz" anchor="b"/>
          <a:lstStyle>
            <a:lvl1pPr algn="l">
              <a:defRPr sz="36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2B09E3-FAAE-ED13-AF9A-0D53CADAE3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8049" y="1867024"/>
            <a:ext cx="5940145" cy="43088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0768FDC1-6D41-1F9C-4D3E-37F8A30F2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049" y="2624735"/>
            <a:ext cx="2850110" cy="233910"/>
          </a:xfrm>
        </p:spPr>
        <p:txBody>
          <a:bodyPr tIns="9144" bIns="9144" anchor="b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796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Pl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8">
            <a:extLst>
              <a:ext uri="{FF2B5EF4-FFF2-40B4-BE49-F238E27FC236}">
                <a16:creationId xmlns:a16="http://schemas.microsoft.com/office/drawing/2014/main" id="{040F44BC-85FB-BA1A-010A-8D5DF442D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3197" y="1889589"/>
            <a:ext cx="4971448" cy="620829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40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1B57D95-97BB-921C-3F82-1C5C9716CB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43197" y="2563103"/>
            <a:ext cx="4971448" cy="461665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672981-BBAA-3958-3B22-F8CBE10791F3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680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Nu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3367719-3351-33E9-9C91-64657A08E7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1515" y="1889589"/>
            <a:ext cx="639536" cy="615553"/>
          </a:xfrm>
        </p:spPr>
        <p:txBody>
          <a:bodyPr tIns="0" rIns="0" bIns="0" anchor="ctr">
            <a:sp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000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953021D-E6AD-E660-3DD1-019E4295E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3197" y="1889589"/>
            <a:ext cx="4971448" cy="620829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40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93908EE-BF33-DD3D-A94E-66167F3476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43197" y="2563103"/>
            <a:ext cx="4971448" cy="461665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B26E6B-2D03-B827-E0EF-857BA6F4E6CC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419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Pl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7D0434-F6C5-E401-2B7D-97150B7CA50D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8">
            <a:extLst>
              <a:ext uri="{FF2B5EF4-FFF2-40B4-BE49-F238E27FC236}">
                <a16:creationId xmlns:a16="http://schemas.microsoft.com/office/drawing/2014/main" id="{5FCF449E-431C-D715-FB6E-A9190D944B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3197" y="1889589"/>
            <a:ext cx="4971448" cy="620829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40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35036A1-7E79-E176-EDCD-5CCE2ACADA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43197" y="2563103"/>
            <a:ext cx="4971448" cy="461665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812231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Nu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BDFDB58-2596-E563-7931-AFD7F3D01C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1515" y="1889589"/>
            <a:ext cx="639536" cy="615553"/>
          </a:xfrm>
        </p:spPr>
        <p:txBody>
          <a:bodyPr tIns="0" rIns="0" bIns="0" anchor="ctr">
            <a:sp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000" b="0" kern="1200" dirty="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FC5E2AF-0279-399F-9CFA-067B78F41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3197" y="1889589"/>
            <a:ext cx="4971448" cy="620829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40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0423E19-A119-78A2-F2CE-8B0F908E49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43197" y="2563103"/>
            <a:ext cx="4971448" cy="461665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6506B8-BAC7-CE09-2A35-51815BA3BEB9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823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Dar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6462E44-020C-CA27-80D7-F752B6D3614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71186" y="2351842"/>
            <a:ext cx="2271975" cy="677108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8C08382-CD4D-C02C-EF06-6370206F14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63563" y="1267823"/>
            <a:ext cx="4566037" cy="2845145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800"/>
              </a:spcAft>
              <a:buClr>
                <a:schemeClr val="accent1"/>
              </a:buClr>
              <a:defRPr sz="2400">
                <a:solidFill>
                  <a:schemeClr val="bg2"/>
                </a:solidFill>
              </a:defRPr>
            </a:lvl1pPr>
            <a:lvl3pPr marL="577850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41282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Tea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44B0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C618601-F80E-B62F-3A4F-475D86102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1186" y="2351842"/>
            <a:ext cx="2271975" cy="677108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3200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A735F9-6926-6EB6-9522-5FD34377AF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63563" y="1267823"/>
            <a:ext cx="4566037" cy="2845145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800"/>
              </a:spcAft>
              <a:buClr>
                <a:schemeClr val="accent1"/>
              </a:buClr>
              <a:defRPr sz="2400">
                <a:solidFill>
                  <a:schemeClr val="bg2"/>
                </a:solidFill>
              </a:defRPr>
            </a:lvl1pPr>
            <a:lvl3pPr marL="577850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56480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BC805-EBF1-9D68-BCF5-3218C6462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5D4017-DA17-11FC-3A8B-2EC780C95D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747" y="683063"/>
            <a:ext cx="8613197" cy="250387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3A36673-9167-CFCA-11F4-533B6010E4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9747" y="1170928"/>
            <a:ext cx="8613197" cy="35433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800"/>
              </a:spcAft>
              <a:defRPr sz="1100"/>
            </a:lvl1pPr>
            <a:lvl3pPr marL="577850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288925" marR="0" lvl="0" indent="-1698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A599683-2567-4D42-BF3A-778195C66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7" y="288036"/>
            <a:ext cx="8613197" cy="3808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EE4F2F-DF96-39BD-C370-937EEEB230E0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3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E07DAC-B2D9-A04C-7C4D-F2006D2DA9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6572" y="1166825"/>
            <a:ext cx="4145281" cy="35433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800"/>
              </a:spcAft>
              <a:defRPr sz="1100"/>
            </a:lvl1pPr>
            <a:lvl3pPr marL="577850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288925" marR="0" lvl="0" indent="-1698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E53DD72-5377-D04E-E318-82FDA0AE03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747" y="683063"/>
            <a:ext cx="8613197" cy="250387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1CC7B92-B741-6ADF-F427-24BD2ADE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7" y="288036"/>
            <a:ext cx="8613197" cy="3808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770936-EB16-E6CA-4856-F1FC475A38A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737663" y="1166825"/>
            <a:ext cx="4145281" cy="35433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800"/>
              </a:spcAft>
              <a:defRPr sz="1100"/>
            </a:lvl1pPr>
            <a:lvl3pPr marL="577850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288925" marR="0" lvl="0" indent="-1698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FEA41B-E0DC-0C7B-B940-1147B8D988CB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65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E276FF0-C37C-2EFD-5472-DEF1014616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747" y="683063"/>
            <a:ext cx="8613197" cy="250387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0D042CE-9B60-556F-BFFC-273845DA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7" y="288036"/>
            <a:ext cx="8613197" cy="3808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86C69E-4085-29B5-B573-F95043664D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6572" y="1166825"/>
            <a:ext cx="4145281" cy="35433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800"/>
              </a:spcAft>
              <a:defRPr sz="1100"/>
            </a:lvl1pPr>
            <a:lvl3pPr marL="577850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288925" marR="0" lvl="0" indent="-1698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20" name="Chart Placeholder 19">
            <a:extLst>
              <a:ext uri="{FF2B5EF4-FFF2-40B4-BE49-F238E27FC236}">
                <a16:creationId xmlns:a16="http://schemas.microsoft.com/office/drawing/2014/main" id="{6C8D5A57-635C-23F0-2482-986C08A1B93D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37663" y="1166825"/>
            <a:ext cx="4145281" cy="3543300"/>
          </a:xfrm>
        </p:spPr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D7BC99-637A-F706-74D7-DA56ED8F97AA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88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Chart Placeholder 2">
            <a:extLst>
              <a:ext uri="{FF2B5EF4-FFF2-40B4-BE49-F238E27FC236}">
                <a16:creationId xmlns:a16="http://schemas.microsoft.com/office/drawing/2014/main" id="{B4F153E5-6141-9F9E-1265-1628F44B467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9747" y="1169799"/>
            <a:ext cx="8613197" cy="35433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7CA46D2-0453-BC13-DD86-3C6E177A1B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747" y="683063"/>
            <a:ext cx="8613197" cy="250387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2A89958-09D7-A027-EF4F-AD61EB2C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7" y="288036"/>
            <a:ext cx="8613197" cy="3808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BA188C-C3CE-9572-5EF9-51E5FE050598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51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CB52E-A0F8-39AE-56EE-3F04B4D05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1869109-AB79-DF35-EE18-0EFCC2AD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7" y="288036"/>
            <a:ext cx="8613197" cy="3808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344E3F-B188-3B34-80EC-ABEBEA9C32DF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42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8C98F0-41A8-D8D8-C323-75A180C29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747" y="683063"/>
            <a:ext cx="8613197" cy="250387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B97C72F-D322-B4B3-D691-C28EA206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7" y="288036"/>
            <a:ext cx="8613197" cy="3808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581E40-7CA7-5C51-E1AA-A61B030B3238}"/>
              </a:ext>
            </a:extLst>
          </p:cNvPr>
          <p:cNvCxnSpPr/>
          <p:nvPr userDrawn="1"/>
        </p:nvCxnSpPr>
        <p:spPr>
          <a:xfrm>
            <a:off x="267693" y="173137"/>
            <a:ext cx="860298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75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78682-21C5-4BA6-02E4-574903906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14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7E2FB85-0332-40E3-B58E-9B714AB879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2677923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95" imgH="394" progId="TCLayout.ActiveDocument.1">
                  <p:embed/>
                </p:oleObj>
              </mc:Choice>
              <mc:Fallback>
                <p:oleObj name="think-cell Slide" r:id="rId19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7E2FB85-0332-40E3-B58E-9B714AB87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747" y="288036"/>
            <a:ext cx="8613197" cy="3808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747" y="1162051"/>
            <a:ext cx="8613197" cy="3548944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4890541"/>
            <a:ext cx="11060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>
              <a:defRPr sz="7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EDC8A9-EC40-A491-439B-EA36C0F8F77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6700" y="4869581"/>
            <a:ext cx="663703" cy="14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46" r:id="rId3"/>
    <p:sldLayoutId id="2147483749" r:id="rId4"/>
    <p:sldLayoutId id="2147483754" r:id="rId5"/>
    <p:sldLayoutId id="2147483755" r:id="rId6"/>
    <p:sldLayoutId id="2147483756" r:id="rId7"/>
    <p:sldLayoutId id="2147483707" r:id="rId8"/>
    <p:sldLayoutId id="2147483761" r:id="rId9"/>
    <p:sldLayoutId id="2147483768" r:id="rId10"/>
    <p:sldLayoutId id="2147483763" r:id="rId11"/>
    <p:sldLayoutId id="2147483764" r:id="rId12"/>
    <p:sldLayoutId id="2147483742" r:id="rId13"/>
    <p:sldLayoutId id="2147483767" r:id="rId14"/>
    <p:sldLayoutId id="2147483762" r:id="rId15"/>
    <p:sldLayoutId id="2147483769" r:id="rId16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0" kern="1200">
          <a:solidFill>
            <a:schemeClr val="bg2"/>
          </a:solidFill>
          <a:latin typeface="Poppins" pitchFamily="2" charset="77"/>
          <a:ea typeface="Verdana" panose="020B0604030504040204" pitchFamily="34" charset="0"/>
          <a:cs typeface="Poppins" pitchFamily="2" charset="77"/>
          <a:sym typeface="Arial" panose="020B0604020202020204" pitchFamily="34" charset="0"/>
        </a:defRPr>
      </a:lvl1pPr>
    </p:titleStyle>
    <p:bodyStyle>
      <a:lvl1pPr marL="288925" indent="-169863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SzPct val="11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1pPr>
      <a:lvl2pPr marL="577850" indent="-233363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Courier New" panose="02070309020205020404" pitchFamily="49" charset="0"/>
        <a:buChar char="o"/>
        <a:tabLst/>
        <a:defRPr sz="12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2pPr>
      <a:lvl3pPr marL="803275" indent="-225425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Wingdings" pitchFamily="2" charset="2"/>
        <a:buChar char="§"/>
        <a:tabLst/>
        <a:defRPr sz="12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3pPr>
      <a:lvl4pPr marL="731520" indent="-18288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0000"/>
        </a:buClr>
        <a:buFont typeface="Courier New" panose="02070309020205020404" pitchFamily="49" charset="0"/>
        <a:buChar char="o"/>
        <a:defRPr sz="1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914400" indent="-18288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0000"/>
        </a:buClr>
        <a:buFont typeface="Arial" panose="020B0604020202020204" pitchFamily="34" charset="0"/>
        <a:buChar char="•"/>
        <a:defRPr sz="1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" userDrawn="1">
          <p15:clr>
            <a:srgbClr val="F26B43"/>
          </p15:clr>
        </p15:guide>
        <p15:guide id="2" pos="5592" userDrawn="1">
          <p15:clr>
            <a:srgbClr val="F26B43"/>
          </p15:clr>
        </p15:guide>
        <p15:guide id="3" pos="168" userDrawn="1">
          <p15:clr>
            <a:srgbClr val="F26B43"/>
          </p15:clr>
        </p15:guide>
        <p15:guide id="4" orient="horz" pos="58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pos="5472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3180" userDrawn="1">
          <p15:clr>
            <a:srgbClr val="F26B43"/>
          </p15:clr>
        </p15:guide>
        <p15:guide id="9" orient="horz" pos="1908" userDrawn="1">
          <p15:clr>
            <a:srgbClr val="F26B43"/>
          </p15:clr>
        </p15:guide>
        <p15:guide id="10" pos="2980" userDrawn="1">
          <p15:clr>
            <a:srgbClr val="F26B43"/>
          </p15:clr>
        </p15:guide>
        <p15:guide id="11" pos="2784" userDrawn="1">
          <p15:clr>
            <a:srgbClr val="F26B43"/>
          </p15:clr>
        </p15:guide>
        <p15:guide id="12" orient="horz" pos="1812" userDrawn="1">
          <p15:clr>
            <a:srgbClr val="F26B43"/>
          </p15:clr>
        </p15:guide>
        <p15:guide id="13" orient="horz" pos="2964" userDrawn="1">
          <p15:clr>
            <a:srgbClr val="F26B43"/>
          </p15:clr>
        </p15:guide>
        <p15:guide id="14" orient="horz" pos="3036" userDrawn="1">
          <p15:clr>
            <a:srgbClr val="F26B43"/>
          </p15:clr>
        </p15:guide>
        <p15:guide id="15" orient="horz" pos="180" userDrawn="1">
          <p15:clr>
            <a:srgbClr val="F26B43"/>
          </p15:clr>
        </p15:guide>
        <p15:guide id="16" orient="horz" pos="420" userDrawn="1">
          <p15:clr>
            <a:srgbClr val="F26B43"/>
          </p15:clr>
        </p15:guide>
        <p15:guide id="17" orient="horz" pos="660" userDrawn="1">
          <p15:clr>
            <a:srgbClr val="F26B43"/>
          </p15:clr>
        </p15:guide>
        <p15:guide id="18" orient="horz" pos="732" userDrawn="1">
          <p15:clr>
            <a:srgbClr val="F26B43"/>
          </p15:clr>
        </p15:guide>
        <p15:guide id="19" orient="horz" pos="8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berdeenadv.sharepoint.com/:f:/s/aberdeenadv.com/EisLNcD18YpGmyU4UnOsDT0BNDaAv2CMc9v2Wjb-uZImyQ?e=fE0Ubz" TargetMode="Externa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.svg"/><Relationship Id="rId21" Type="http://schemas.openxmlformats.org/officeDocument/2006/relationships/image" Target="../media/image27.svg"/><Relationship Id="rId63" Type="http://schemas.openxmlformats.org/officeDocument/2006/relationships/image" Target="../media/image69.svg"/><Relationship Id="rId159" Type="http://schemas.openxmlformats.org/officeDocument/2006/relationships/image" Target="../media/image165.svg"/><Relationship Id="rId170" Type="http://schemas.openxmlformats.org/officeDocument/2006/relationships/image" Target="../media/image176.png"/><Relationship Id="rId226" Type="http://schemas.openxmlformats.org/officeDocument/2006/relationships/image" Target="../media/image232.png"/><Relationship Id="rId268" Type="http://schemas.openxmlformats.org/officeDocument/2006/relationships/image" Target="../media/image274.png"/><Relationship Id="rId32" Type="http://schemas.openxmlformats.org/officeDocument/2006/relationships/image" Target="../media/image38.png"/><Relationship Id="rId74" Type="http://schemas.openxmlformats.org/officeDocument/2006/relationships/image" Target="../media/image80.png"/><Relationship Id="rId128" Type="http://schemas.openxmlformats.org/officeDocument/2006/relationships/image" Target="../media/image134.png"/><Relationship Id="rId5" Type="http://schemas.openxmlformats.org/officeDocument/2006/relationships/image" Target="../media/image11.svg"/><Relationship Id="rId181" Type="http://schemas.openxmlformats.org/officeDocument/2006/relationships/image" Target="../media/image187.svg"/><Relationship Id="rId237" Type="http://schemas.openxmlformats.org/officeDocument/2006/relationships/image" Target="../media/image243.svg"/><Relationship Id="rId279" Type="http://schemas.openxmlformats.org/officeDocument/2006/relationships/image" Target="../media/image285.svg"/><Relationship Id="rId43" Type="http://schemas.openxmlformats.org/officeDocument/2006/relationships/image" Target="../media/image49.svg"/><Relationship Id="rId139" Type="http://schemas.openxmlformats.org/officeDocument/2006/relationships/image" Target="../media/image145.svg"/><Relationship Id="rId290" Type="http://schemas.openxmlformats.org/officeDocument/2006/relationships/image" Target="../media/image296.png"/><Relationship Id="rId85" Type="http://schemas.openxmlformats.org/officeDocument/2006/relationships/image" Target="../media/image91.svg"/><Relationship Id="rId150" Type="http://schemas.openxmlformats.org/officeDocument/2006/relationships/image" Target="../media/image156.png"/><Relationship Id="rId192" Type="http://schemas.openxmlformats.org/officeDocument/2006/relationships/image" Target="../media/image198.png"/><Relationship Id="rId206" Type="http://schemas.openxmlformats.org/officeDocument/2006/relationships/image" Target="../media/image212.png"/><Relationship Id="rId248" Type="http://schemas.openxmlformats.org/officeDocument/2006/relationships/image" Target="../media/image254.png"/><Relationship Id="rId12" Type="http://schemas.openxmlformats.org/officeDocument/2006/relationships/image" Target="../media/image18.png"/><Relationship Id="rId33" Type="http://schemas.openxmlformats.org/officeDocument/2006/relationships/image" Target="../media/image39.svg"/><Relationship Id="rId108" Type="http://schemas.openxmlformats.org/officeDocument/2006/relationships/image" Target="../media/image114.png"/><Relationship Id="rId129" Type="http://schemas.openxmlformats.org/officeDocument/2006/relationships/image" Target="../media/image135.svg"/><Relationship Id="rId280" Type="http://schemas.openxmlformats.org/officeDocument/2006/relationships/image" Target="../media/image286.png"/><Relationship Id="rId54" Type="http://schemas.openxmlformats.org/officeDocument/2006/relationships/image" Target="../media/image60.png"/><Relationship Id="rId75" Type="http://schemas.openxmlformats.org/officeDocument/2006/relationships/image" Target="../media/image81.svg"/><Relationship Id="rId96" Type="http://schemas.openxmlformats.org/officeDocument/2006/relationships/image" Target="../media/image102.png"/><Relationship Id="rId140" Type="http://schemas.openxmlformats.org/officeDocument/2006/relationships/image" Target="../media/image146.png"/><Relationship Id="rId161" Type="http://schemas.openxmlformats.org/officeDocument/2006/relationships/image" Target="../media/image167.svg"/><Relationship Id="rId182" Type="http://schemas.openxmlformats.org/officeDocument/2006/relationships/image" Target="../media/image188.png"/><Relationship Id="rId217" Type="http://schemas.openxmlformats.org/officeDocument/2006/relationships/image" Target="../media/image223.svg"/><Relationship Id="rId6" Type="http://schemas.openxmlformats.org/officeDocument/2006/relationships/image" Target="../media/image12.png"/><Relationship Id="rId238" Type="http://schemas.openxmlformats.org/officeDocument/2006/relationships/image" Target="../media/image244.png"/><Relationship Id="rId259" Type="http://schemas.openxmlformats.org/officeDocument/2006/relationships/image" Target="../media/image265.svg"/><Relationship Id="rId23" Type="http://schemas.openxmlformats.org/officeDocument/2006/relationships/image" Target="../media/image29.svg"/><Relationship Id="rId119" Type="http://schemas.openxmlformats.org/officeDocument/2006/relationships/image" Target="../media/image125.svg"/><Relationship Id="rId270" Type="http://schemas.openxmlformats.org/officeDocument/2006/relationships/image" Target="../media/image276.png"/><Relationship Id="rId291" Type="http://schemas.openxmlformats.org/officeDocument/2006/relationships/image" Target="../media/image297.svg"/><Relationship Id="rId44" Type="http://schemas.openxmlformats.org/officeDocument/2006/relationships/image" Target="../media/image50.png"/><Relationship Id="rId65" Type="http://schemas.openxmlformats.org/officeDocument/2006/relationships/image" Target="../media/image71.svg"/><Relationship Id="rId86" Type="http://schemas.openxmlformats.org/officeDocument/2006/relationships/image" Target="../media/image92.png"/><Relationship Id="rId130" Type="http://schemas.openxmlformats.org/officeDocument/2006/relationships/image" Target="../media/image136.png"/><Relationship Id="rId151" Type="http://schemas.openxmlformats.org/officeDocument/2006/relationships/image" Target="../media/image157.svg"/><Relationship Id="rId172" Type="http://schemas.openxmlformats.org/officeDocument/2006/relationships/image" Target="../media/image178.png"/><Relationship Id="rId193" Type="http://schemas.openxmlformats.org/officeDocument/2006/relationships/image" Target="../media/image199.svg"/><Relationship Id="rId207" Type="http://schemas.openxmlformats.org/officeDocument/2006/relationships/image" Target="../media/image213.svg"/><Relationship Id="rId228" Type="http://schemas.openxmlformats.org/officeDocument/2006/relationships/image" Target="../media/image234.png"/><Relationship Id="rId249" Type="http://schemas.openxmlformats.org/officeDocument/2006/relationships/image" Target="../media/image255.svg"/><Relationship Id="rId13" Type="http://schemas.openxmlformats.org/officeDocument/2006/relationships/image" Target="../media/image19.svg"/><Relationship Id="rId109" Type="http://schemas.openxmlformats.org/officeDocument/2006/relationships/image" Target="../media/image115.svg"/><Relationship Id="rId260" Type="http://schemas.openxmlformats.org/officeDocument/2006/relationships/image" Target="../media/image266.png"/><Relationship Id="rId281" Type="http://schemas.openxmlformats.org/officeDocument/2006/relationships/image" Target="../media/image287.svg"/><Relationship Id="rId34" Type="http://schemas.openxmlformats.org/officeDocument/2006/relationships/image" Target="../media/image40.png"/><Relationship Id="rId55" Type="http://schemas.openxmlformats.org/officeDocument/2006/relationships/image" Target="../media/image61.svg"/><Relationship Id="rId76" Type="http://schemas.openxmlformats.org/officeDocument/2006/relationships/image" Target="../media/image82.png"/><Relationship Id="rId97" Type="http://schemas.openxmlformats.org/officeDocument/2006/relationships/image" Target="../media/image103.svg"/><Relationship Id="rId120" Type="http://schemas.openxmlformats.org/officeDocument/2006/relationships/image" Target="../media/image126.png"/><Relationship Id="rId141" Type="http://schemas.openxmlformats.org/officeDocument/2006/relationships/image" Target="../media/image147.svg"/><Relationship Id="rId7" Type="http://schemas.openxmlformats.org/officeDocument/2006/relationships/image" Target="../media/image13.svg"/><Relationship Id="rId162" Type="http://schemas.openxmlformats.org/officeDocument/2006/relationships/image" Target="../media/image168.png"/><Relationship Id="rId183" Type="http://schemas.openxmlformats.org/officeDocument/2006/relationships/image" Target="../media/image189.svg"/><Relationship Id="rId218" Type="http://schemas.openxmlformats.org/officeDocument/2006/relationships/image" Target="../media/image224.png"/><Relationship Id="rId239" Type="http://schemas.openxmlformats.org/officeDocument/2006/relationships/image" Target="../media/image245.svg"/><Relationship Id="rId250" Type="http://schemas.openxmlformats.org/officeDocument/2006/relationships/image" Target="../media/image256.png"/><Relationship Id="rId271" Type="http://schemas.openxmlformats.org/officeDocument/2006/relationships/image" Target="../media/image277.svg"/><Relationship Id="rId292" Type="http://schemas.openxmlformats.org/officeDocument/2006/relationships/image" Target="../media/image298.png"/><Relationship Id="rId24" Type="http://schemas.openxmlformats.org/officeDocument/2006/relationships/image" Target="../media/image30.png"/><Relationship Id="rId45" Type="http://schemas.openxmlformats.org/officeDocument/2006/relationships/image" Target="../media/image51.svg"/><Relationship Id="rId66" Type="http://schemas.openxmlformats.org/officeDocument/2006/relationships/image" Target="../media/image72.png"/><Relationship Id="rId87" Type="http://schemas.openxmlformats.org/officeDocument/2006/relationships/image" Target="../media/image93.svg"/><Relationship Id="rId110" Type="http://schemas.openxmlformats.org/officeDocument/2006/relationships/image" Target="../media/image116.png"/><Relationship Id="rId131" Type="http://schemas.openxmlformats.org/officeDocument/2006/relationships/image" Target="../media/image137.svg"/><Relationship Id="rId152" Type="http://schemas.openxmlformats.org/officeDocument/2006/relationships/image" Target="../media/image158.png"/><Relationship Id="rId173" Type="http://schemas.openxmlformats.org/officeDocument/2006/relationships/image" Target="../media/image179.svg"/><Relationship Id="rId194" Type="http://schemas.openxmlformats.org/officeDocument/2006/relationships/image" Target="../media/image200.png"/><Relationship Id="rId208" Type="http://schemas.openxmlformats.org/officeDocument/2006/relationships/image" Target="../media/image214.png"/><Relationship Id="rId229" Type="http://schemas.openxmlformats.org/officeDocument/2006/relationships/image" Target="../media/image235.svg"/><Relationship Id="rId240" Type="http://schemas.openxmlformats.org/officeDocument/2006/relationships/image" Target="../media/image246.png"/><Relationship Id="rId261" Type="http://schemas.openxmlformats.org/officeDocument/2006/relationships/image" Target="../media/image267.svg"/><Relationship Id="rId14" Type="http://schemas.openxmlformats.org/officeDocument/2006/relationships/image" Target="../media/image20.png"/><Relationship Id="rId35" Type="http://schemas.openxmlformats.org/officeDocument/2006/relationships/image" Target="../media/image41.svg"/><Relationship Id="rId56" Type="http://schemas.openxmlformats.org/officeDocument/2006/relationships/image" Target="../media/image62.png"/><Relationship Id="rId77" Type="http://schemas.openxmlformats.org/officeDocument/2006/relationships/image" Target="../media/image83.svg"/><Relationship Id="rId100" Type="http://schemas.openxmlformats.org/officeDocument/2006/relationships/image" Target="../media/image106.png"/><Relationship Id="rId282" Type="http://schemas.openxmlformats.org/officeDocument/2006/relationships/image" Target="../media/image288.png"/><Relationship Id="rId8" Type="http://schemas.openxmlformats.org/officeDocument/2006/relationships/image" Target="../media/image14.png"/><Relationship Id="rId98" Type="http://schemas.openxmlformats.org/officeDocument/2006/relationships/image" Target="../media/image104.png"/><Relationship Id="rId121" Type="http://schemas.openxmlformats.org/officeDocument/2006/relationships/image" Target="../media/image127.svg"/><Relationship Id="rId142" Type="http://schemas.openxmlformats.org/officeDocument/2006/relationships/image" Target="../media/image148.png"/><Relationship Id="rId163" Type="http://schemas.openxmlformats.org/officeDocument/2006/relationships/image" Target="../media/image169.svg"/><Relationship Id="rId184" Type="http://schemas.openxmlformats.org/officeDocument/2006/relationships/image" Target="../media/image190.png"/><Relationship Id="rId219" Type="http://schemas.openxmlformats.org/officeDocument/2006/relationships/image" Target="../media/image225.svg"/><Relationship Id="rId230" Type="http://schemas.openxmlformats.org/officeDocument/2006/relationships/image" Target="../media/image236.png"/><Relationship Id="rId251" Type="http://schemas.openxmlformats.org/officeDocument/2006/relationships/image" Target="../media/image257.svg"/><Relationship Id="rId25" Type="http://schemas.openxmlformats.org/officeDocument/2006/relationships/image" Target="../media/image31.svg"/><Relationship Id="rId46" Type="http://schemas.openxmlformats.org/officeDocument/2006/relationships/image" Target="../media/image52.png"/><Relationship Id="rId67" Type="http://schemas.openxmlformats.org/officeDocument/2006/relationships/image" Target="../media/image73.svg"/><Relationship Id="rId272" Type="http://schemas.openxmlformats.org/officeDocument/2006/relationships/image" Target="../media/image278.png"/><Relationship Id="rId293" Type="http://schemas.openxmlformats.org/officeDocument/2006/relationships/image" Target="../media/image299.svg"/><Relationship Id="rId88" Type="http://schemas.openxmlformats.org/officeDocument/2006/relationships/image" Target="../media/image94.png"/><Relationship Id="rId111" Type="http://schemas.openxmlformats.org/officeDocument/2006/relationships/image" Target="../media/image117.svg"/><Relationship Id="rId132" Type="http://schemas.openxmlformats.org/officeDocument/2006/relationships/image" Target="../media/image138.png"/><Relationship Id="rId153" Type="http://schemas.openxmlformats.org/officeDocument/2006/relationships/image" Target="../media/image159.svg"/><Relationship Id="rId174" Type="http://schemas.openxmlformats.org/officeDocument/2006/relationships/image" Target="../media/image180.png"/><Relationship Id="rId195" Type="http://schemas.openxmlformats.org/officeDocument/2006/relationships/image" Target="../media/image201.svg"/><Relationship Id="rId209" Type="http://schemas.openxmlformats.org/officeDocument/2006/relationships/image" Target="../media/image215.svg"/><Relationship Id="rId220" Type="http://schemas.openxmlformats.org/officeDocument/2006/relationships/image" Target="../media/image226.png"/><Relationship Id="rId241" Type="http://schemas.openxmlformats.org/officeDocument/2006/relationships/image" Target="../media/image247.svg"/><Relationship Id="rId15" Type="http://schemas.openxmlformats.org/officeDocument/2006/relationships/image" Target="../media/image21.svg"/><Relationship Id="rId36" Type="http://schemas.openxmlformats.org/officeDocument/2006/relationships/image" Target="../media/image42.png"/><Relationship Id="rId57" Type="http://schemas.openxmlformats.org/officeDocument/2006/relationships/image" Target="../media/image63.svg"/><Relationship Id="rId262" Type="http://schemas.openxmlformats.org/officeDocument/2006/relationships/image" Target="../media/image268.png"/><Relationship Id="rId283" Type="http://schemas.openxmlformats.org/officeDocument/2006/relationships/image" Target="../media/image289.svg"/><Relationship Id="rId78" Type="http://schemas.openxmlformats.org/officeDocument/2006/relationships/image" Target="../media/image84.png"/><Relationship Id="rId99" Type="http://schemas.openxmlformats.org/officeDocument/2006/relationships/image" Target="../media/image105.svg"/><Relationship Id="rId101" Type="http://schemas.openxmlformats.org/officeDocument/2006/relationships/image" Target="../media/image107.svg"/><Relationship Id="rId122" Type="http://schemas.openxmlformats.org/officeDocument/2006/relationships/image" Target="../media/image128.png"/><Relationship Id="rId143" Type="http://schemas.openxmlformats.org/officeDocument/2006/relationships/image" Target="../media/image149.svg"/><Relationship Id="rId164" Type="http://schemas.openxmlformats.org/officeDocument/2006/relationships/image" Target="../media/image170.png"/><Relationship Id="rId185" Type="http://schemas.openxmlformats.org/officeDocument/2006/relationships/image" Target="../media/image191.svg"/><Relationship Id="rId9" Type="http://schemas.openxmlformats.org/officeDocument/2006/relationships/image" Target="../media/image15.svg"/><Relationship Id="rId210" Type="http://schemas.openxmlformats.org/officeDocument/2006/relationships/image" Target="../media/image216.png"/><Relationship Id="rId26" Type="http://schemas.openxmlformats.org/officeDocument/2006/relationships/image" Target="../media/image32.png"/><Relationship Id="rId231" Type="http://schemas.openxmlformats.org/officeDocument/2006/relationships/image" Target="../media/image237.svg"/><Relationship Id="rId252" Type="http://schemas.openxmlformats.org/officeDocument/2006/relationships/image" Target="../media/image258.png"/><Relationship Id="rId273" Type="http://schemas.openxmlformats.org/officeDocument/2006/relationships/image" Target="../media/image279.svg"/><Relationship Id="rId47" Type="http://schemas.openxmlformats.org/officeDocument/2006/relationships/image" Target="../media/image53.svg"/><Relationship Id="rId68" Type="http://schemas.openxmlformats.org/officeDocument/2006/relationships/image" Target="../media/image74.png"/><Relationship Id="rId89" Type="http://schemas.openxmlformats.org/officeDocument/2006/relationships/image" Target="../media/image95.svg"/><Relationship Id="rId112" Type="http://schemas.openxmlformats.org/officeDocument/2006/relationships/image" Target="../media/image118.png"/><Relationship Id="rId133" Type="http://schemas.openxmlformats.org/officeDocument/2006/relationships/image" Target="../media/image139.svg"/><Relationship Id="rId154" Type="http://schemas.openxmlformats.org/officeDocument/2006/relationships/image" Target="../media/image160.png"/><Relationship Id="rId175" Type="http://schemas.openxmlformats.org/officeDocument/2006/relationships/image" Target="../media/image181.svg"/><Relationship Id="rId196" Type="http://schemas.openxmlformats.org/officeDocument/2006/relationships/image" Target="../media/image202.png"/><Relationship Id="rId200" Type="http://schemas.openxmlformats.org/officeDocument/2006/relationships/image" Target="../media/image206.png"/><Relationship Id="rId16" Type="http://schemas.openxmlformats.org/officeDocument/2006/relationships/image" Target="../media/image22.png"/><Relationship Id="rId221" Type="http://schemas.openxmlformats.org/officeDocument/2006/relationships/image" Target="../media/image227.svg"/><Relationship Id="rId242" Type="http://schemas.openxmlformats.org/officeDocument/2006/relationships/image" Target="../media/image248.png"/><Relationship Id="rId263" Type="http://schemas.openxmlformats.org/officeDocument/2006/relationships/image" Target="../media/image269.svg"/><Relationship Id="rId284" Type="http://schemas.openxmlformats.org/officeDocument/2006/relationships/image" Target="../media/image290.png"/><Relationship Id="rId37" Type="http://schemas.openxmlformats.org/officeDocument/2006/relationships/image" Target="../media/image43.svg"/><Relationship Id="rId58" Type="http://schemas.openxmlformats.org/officeDocument/2006/relationships/image" Target="../media/image64.png"/><Relationship Id="rId79" Type="http://schemas.openxmlformats.org/officeDocument/2006/relationships/image" Target="../media/image85.svg"/><Relationship Id="rId102" Type="http://schemas.openxmlformats.org/officeDocument/2006/relationships/image" Target="../media/image108.png"/><Relationship Id="rId123" Type="http://schemas.openxmlformats.org/officeDocument/2006/relationships/image" Target="../media/image129.svg"/><Relationship Id="rId144" Type="http://schemas.openxmlformats.org/officeDocument/2006/relationships/image" Target="../media/image150.png"/><Relationship Id="rId90" Type="http://schemas.openxmlformats.org/officeDocument/2006/relationships/image" Target="../media/image96.png"/><Relationship Id="rId165" Type="http://schemas.openxmlformats.org/officeDocument/2006/relationships/image" Target="../media/image171.svg"/><Relationship Id="rId186" Type="http://schemas.openxmlformats.org/officeDocument/2006/relationships/image" Target="../media/image192.png"/><Relationship Id="rId211" Type="http://schemas.openxmlformats.org/officeDocument/2006/relationships/image" Target="../media/image217.svg"/><Relationship Id="rId232" Type="http://schemas.openxmlformats.org/officeDocument/2006/relationships/image" Target="../media/image238.png"/><Relationship Id="rId253" Type="http://schemas.openxmlformats.org/officeDocument/2006/relationships/image" Target="../media/image259.svg"/><Relationship Id="rId274" Type="http://schemas.openxmlformats.org/officeDocument/2006/relationships/image" Target="../media/image280.png"/><Relationship Id="rId27" Type="http://schemas.openxmlformats.org/officeDocument/2006/relationships/image" Target="../media/image33.svg"/><Relationship Id="rId48" Type="http://schemas.openxmlformats.org/officeDocument/2006/relationships/image" Target="../media/image54.png"/><Relationship Id="rId69" Type="http://schemas.openxmlformats.org/officeDocument/2006/relationships/image" Target="../media/image75.svg"/><Relationship Id="rId113" Type="http://schemas.openxmlformats.org/officeDocument/2006/relationships/image" Target="../media/image119.svg"/><Relationship Id="rId134" Type="http://schemas.openxmlformats.org/officeDocument/2006/relationships/image" Target="../media/image140.png"/><Relationship Id="rId80" Type="http://schemas.openxmlformats.org/officeDocument/2006/relationships/image" Target="../media/image86.png"/><Relationship Id="rId155" Type="http://schemas.openxmlformats.org/officeDocument/2006/relationships/image" Target="../media/image161.svg"/><Relationship Id="rId176" Type="http://schemas.openxmlformats.org/officeDocument/2006/relationships/image" Target="../media/image182.png"/><Relationship Id="rId197" Type="http://schemas.openxmlformats.org/officeDocument/2006/relationships/image" Target="../media/image203.svg"/><Relationship Id="rId201" Type="http://schemas.openxmlformats.org/officeDocument/2006/relationships/image" Target="../media/image207.svg"/><Relationship Id="rId222" Type="http://schemas.openxmlformats.org/officeDocument/2006/relationships/image" Target="../media/image228.png"/><Relationship Id="rId243" Type="http://schemas.openxmlformats.org/officeDocument/2006/relationships/image" Target="../media/image249.svg"/><Relationship Id="rId264" Type="http://schemas.openxmlformats.org/officeDocument/2006/relationships/image" Target="../media/image270.png"/><Relationship Id="rId285" Type="http://schemas.openxmlformats.org/officeDocument/2006/relationships/image" Target="../media/image291.svg"/><Relationship Id="rId17" Type="http://schemas.openxmlformats.org/officeDocument/2006/relationships/image" Target="../media/image23.svg"/><Relationship Id="rId38" Type="http://schemas.openxmlformats.org/officeDocument/2006/relationships/image" Target="../media/image44.png"/><Relationship Id="rId59" Type="http://schemas.openxmlformats.org/officeDocument/2006/relationships/image" Target="../media/image65.svg"/><Relationship Id="rId103" Type="http://schemas.openxmlformats.org/officeDocument/2006/relationships/image" Target="../media/image109.svg"/><Relationship Id="rId124" Type="http://schemas.openxmlformats.org/officeDocument/2006/relationships/image" Target="../media/image130.png"/><Relationship Id="rId70" Type="http://schemas.openxmlformats.org/officeDocument/2006/relationships/image" Target="../media/image76.png"/><Relationship Id="rId91" Type="http://schemas.openxmlformats.org/officeDocument/2006/relationships/image" Target="../media/image97.svg"/><Relationship Id="rId145" Type="http://schemas.openxmlformats.org/officeDocument/2006/relationships/image" Target="../media/image151.svg"/><Relationship Id="rId166" Type="http://schemas.openxmlformats.org/officeDocument/2006/relationships/image" Target="../media/image172.png"/><Relationship Id="rId187" Type="http://schemas.openxmlformats.org/officeDocument/2006/relationships/image" Target="../media/image193.svg"/><Relationship Id="rId1" Type="http://schemas.openxmlformats.org/officeDocument/2006/relationships/slideLayout" Target="../slideLayouts/slideLayout15.xml"/><Relationship Id="rId212" Type="http://schemas.openxmlformats.org/officeDocument/2006/relationships/image" Target="../media/image218.png"/><Relationship Id="rId233" Type="http://schemas.openxmlformats.org/officeDocument/2006/relationships/image" Target="../media/image239.svg"/><Relationship Id="rId254" Type="http://schemas.openxmlformats.org/officeDocument/2006/relationships/image" Target="../media/image260.png"/><Relationship Id="rId28" Type="http://schemas.openxmlformats.org/officeDocument/2006/relationships/image" Target="../media/image34.png"/><Relationship Id="rId49" Type="http://schemas.openxmlformats.org/officeDocument/2006/relationships/image" Target="../media/image55.svg"/><Relationship Id="rId114" Type="http://schemas.openxmlformats.org/officeDocument/2006/relationships/image" Target="../media/image120.png"/><Relationship Id="rId275" Type="http://schemas.openxmlformats.org/officeDocument/2006/relationships/image" Target="../media/image281.svg"/><Relationship Id="rId60" Type="http://schemas.openxmlformats.org/officeDocument/2006/relationships/image" Target="../media/image66.png"/><Relationship Id="rId81" Type="http://schemas.openxmlformats.org/officeDocument/2006/relationships/image" Target="../media/image87.svg"/><Relationship Id="rId135" Type="http://schemas.openxmlformats.org/officeDocument/2006/relationships/image" Target="../media/image141.svg"/><Relationship Id="rId156" Type="http://schemas.openxmlformats.org/officeDocument/2006/relationships/image" Target="../media/image162.png"/><Relationship Id="rId177" Type="http://schemas.openxmlformats.org/officeDocument/2006/relationships/image" Target="../media/image183.svg"/><Relationship Id="rId198" Type="http://schemas.openxmlformats.org/officeDocument/2006/relationships/image" Target="../media/image204.png"/><Relationship Id="rId202" Type="http://schemas.openxmlformats.org/officeDocument/2006/relationships/image" Target="../media/image208.png"/><Relationship Id="rId223" Type="http://schemas.openxmlformats.org/officeDocument/2006/relationships/image" Target="../media/image229.svg"/><Relationship Id="rId244" Type="http://schemas.openxmlformats.org/officeDocument/2006/relationships/image" Target="../media/image250.png"/><Relationship Id="rId18" Type="http://schemas.openxmlformats.org/officeDocument/2006/relationships/image" Target="../media/image24.png"/><Relationship Id="rId39" Type="http://schemas.openxmlformats.org/officeDocument/2006/relationships/image" Target="../media/image45.svg"/><Relationship Id="rId265" Type="http://schemas.openxmlformats.org/officeDocument/2006/relationships/image" Target="../media/image271.svg"/><Relationship Id="rId286" Type="http://schemas.openxmlformats.org/officeDocument/2006/relationships/image" Target="../media/image292.png"/><Relationship Id="rId50" Type="http://schemas.openxmlformats.org/officeDocument/2006/relationships/image" Target="../media/image56.png"/><Relationship Id="rId104" Type="http://schemas.openxmlformats.org/officeDocument/2006/relationships/image" Target="../media/image110.png"/><Relationship Id="rId125" Type="http://schemas.openxmlformats.org/officeDocument/2006/relationships/image" Target="../media/image131.svg"/><Relationship Id="rId146" Type="http://schemas.openxmlformats.org/officeDocument/2006/relationships/image" Target="../media/image152.png"/><Relationship Id="rId167" Type="http://schemas.openxmlformats.org/officeDocument/2006/relationships/image" Target="../media/image173.svg"/><Relationship Id="rId188" Type="http://schemas.openxmlformats.org/officeDocument/2006/relationships/image" Target="../media/image194.png"/><Relationship Id="rId71" Type="http://schemas.openxmlformats.org/officeDocument/2006/relationships/image" Target="../media/image77.svg"/><Relationship Id="rId92" Type="http://schemas.openxmlformats.org/officeDocument/2006/relationships/image" Target="../media/image98.png"/><Relationship Id="rId213" Type="http://schemas.openxmlformats.org/officeDocument/2006/relationships/image" Target="../media/image219.svg"/><Relationship Id="rId234" Type="http://schemas.openxmlformats.org/officeDocument/2006/relationships/image" Target="../media/image240.png"/><Relationship Id="rId2" Type="http://schemas.openxmlformats.org/officeDocument/2006/relationships/image" Target="../media/image8.png"/><Relationship Id="rId29" Type="http://schemas.openxmlformats.org/officeDocument/2006/relationships/image" Target="../media/image35.svg"/><Relationship Id="rId255" Type="http://schemas.openxmlformats.org/officeDocument/2006/relationships/image" Target="../media/image261.svg"/><Relationship Id="rId276" Type="http://schemas.openxmlformats.org/officeDocument/2006/relationships/image" Target="../media/image282.png"/><Relationship Id="rId40" Type="http://schemas.openxmlformats.org/officeDocument/2006/relationships/image" Target="../media/image46.png"/><Relationship Id="rId115" Type="http://schemas.openxmlformats.org/officeDocument/2006/relationships/image" Target="../media/image121.svg"/><Relationship Id="rId136" Type="http://schemas.openxmlformats.org/officeDocument/2006/relationships/image" Target="../media/image142.png"/><Relationship Id="rId157" Type="http://schemas.openxmlformats.org/officeDocument/2006/relationships/image" Target="../media/image163.svg"/><Relationship Id="rId178" Type="http://schemas.openxmlformats.org/officeDocument/2006/relationships/image" Target="../media/image184.png"/><Relationship Id="rId61" Type="http://schemas.openxmlformats.org/officeDocument/2006/relationships/image" Target="../media/image67.svg"/><Relationship Id="rId82" Type="http://schemas.openxmlformats.org/officeDocument/2006/relationships/image" Target="../media/image88.png"/><Relationship Id="rId199" Type="http://schemas.openxmlformats.org/officeDocument/2006/relationships/image" Target="../media/image205.svg"/><Relationship Id="rId203" Type="http://schemas.openxmlformats.org/officeDocument/2006/relationships/image" Target="../media/image209.svg"/><Relationship Id="rId19" Type="http://schemas.openxmlformats.org/officeDocument/2006/relationships/image" Target="../media/image25.svg"/><Relationship Id="rId224" Type="http://schemas.openxmlformats.org/officeDocument/2006/relationships/image" Target="../media/image230.png"/><Relationship Id="rId245" Type="http://schemas.openxmlformats.org/officeDocument/2006/relationships/image" Target="../media/image251.svg"/><Relationship Id="rId266" Type="http://schemas.openxmlformats.org/officeDocument/2006/relationships/image" Target="../media/image272.png"/><Relationship Id="rId287" Type="http://schemas.openxmlformats.org/officeDocument/2006/relationships/image" Target="../media/image293.svg"/><Relationship Id="rId30" Type="http://schemas.openxmlformats.org/officeDocument/2006/relationships/image" Target="../media/image36.png"/><Relationship Id="rId105" Type="http://schemas.openxmlformats.org/officeDocument/2006/relationships/image" Target="../media/image111.svg"/><Relationship Id="rId126" Type="http://schemas.openxmlformats.org/officeDocument/2006/relationships/image" Target="../media/image132.png"/><Relationship Id="rId147" Type="http://schemas.openxmlformats.org/officeDocument/2006/relationships/image" Target="../media/image153.svg"/><Relationship Id="rId168" Type="http://schemas.openxmlformats.org/officeDocument/2006/relationships/image" Target="../media/image174.png"/><Relationship Id="rId51" Type="http://schemas.openxmlformats.org/officeDocument/2006/relationships/image" Target="../media/image57.svg"/><Relationship Id="rId72" Type="http://schemas.openxmlformats.org/officeDocument/2006/relationships/image" Target="../media/image78.png"/><Relationship Id="rId93" Type="http://schemas.openxmlformats.org/officeDocument/2006/relationships/image" Target="../media/image99.svg"/><Relationship Id="rId189" Type="http://schemas.openxmlformats.org/officeDocument/2006/relationships/image" Target="../media/image195.svg"/><Relationship Id="rId3" Type="http://schemas.openxmlformats.org/officeDocument/2006/relationships/image" Target="../media/image9.svg"/><Relationship Id="rId214" Type="http://schemas.openxmlformats.org/officeDocument/2006/relationships/image" Target="../media/image220.png"/><Relationship Id="rId235" Type="http://schemas.openxmlformats.org/officeDocument/2006/relationships/image" Target="../media/image241.svg"/><Relationship Id="rId256" Type="http://schemas.openxmlformats.org/officeDocument/2006/relationships/image" Target="../media/image262.png"/><Relationship Id="rId277" Type="http://schemas.openxmlformats.org/officeDocument/2006/relationships/image" Target="../media/image283.svg"/><Relationship Id="rId116" Type="http://schemas.openxmlformats.org/officeDocument/2006/relationships/image" Target="../media/image122.png"/><Relationship Id="rId137" Type="http://schemas.openxmlformats.org/officeDocument/2006/relationships/image" Target="../media/image143.svg"/><Relationship Id="rId158" Type="http://schemas.openxmlformats.org/officeDocument/2006/relationships/image" Target="../media/image164.png"/><Relationship Id="rId20" Type="http://schemas.openxmlformats.org/officeDocument/2006/relationships/image" Target="../media/image26.png"/><Relationship Id="rId41" Type="http://schemas.openxmlformats.org/officeDocument/2006/relationships/image" Target="../media/image47.svg"/><Relationship Id="rId62" Type="http://schemas.openxmlformats.org/officeDocument/2006/relationships/image" Target="../media/image68.png"/><Relationship Id="rId83" Type="http://schemas.openxmlformats.org/officeDocument/2006/relationships/image" Target="../media/image89.svg"/><Relationship Id="rId179" Type="http://schemas.openxmlformats.org/officeDocument/2006/relationships/image" Target="../media/image185.svg"/><Relationship Id="rId190" Type="http://schemas.openxmlformats.org/officeDocument/2006/relationships/image" Target="../media/image196.png"/><Relationship Id="rId204" Type="http://schemas.openxmlformats.org/officeDocument/2006/relationships/image" Target="../media/image210.png"/><Relationship Id="rId225" Type="http://schemas.openxmlformats.org/officeDocument/2006/relationships/image" Target="../media/image231.svg"/><Relationship Id="rId246" Type="http://schemas.openxmlformats.org/officeDocument/2006/relationships/image" Target="../media/image252.png"/><Relationship Id="rId267" Type="http://schemas.openxmlformats.org/officeDocument/2006/relationships/image" Target="../media/image273.svg"/><Relationship Id="rId288" Type="http://schemas.openxmlformats.org/officeDocument/2006/relationships/image" Target="../media/image294.png"/><Relationship Id="rId106" Type="http://schemas.openxmlformats.org/officeDocument/2006/relationships/image" Target="../media/image112.png"/><Relationship Id="rId127" Type="http://schemas.openxmlformats.org/officeDocument/2006/relationships/image" Target="../media/image133.svg"/><Relationship Id="rId10" Type="http://schemas.openxmlformats.org/officeDocument/2006/relationships/image" Target="../media/image16.png"/><Relationship Id="rId31" Type="http://schemas.openxmlformats.org/officeDocument/2006/relationships/image" Target="../media/image37.svg"/><Relationship Id="rId52" Type="http://schemas.openxmlformats.org/officeDocument/2006/relationships/image" Target="../media/image58.png"/><Relationship Id="rId73" Type="http://schemas.openxmlformats.org/officeDocument/2006/relationships/image" Target="../media/image79.svg"/><Relationship Id="rId94" Type="http://schemas.openxmlformats.org/officeDocument/2006/relationships/image" Target="../media/image100.png"/><Relationship Id="rId148" Type="http://schemas.openxmlformats.org/officeDocument/2006/relationships/image" Target="../media/image154.png"/><Relationship Id="rId169" Type="http://schemas.openxmlformats.org/officeDocument/2006/relationships/image" Target="../media/image175.svg"/><Relationship Id="rId4" Type="http://schemas.openxmlformats.org/officeDocument/2006/relationships/image" Target="../media/image10.png"/><Relationship Id="rId180" Type="http://schemas.openxmlformats.org/officeDocument/2006/relationships/image" Target="../media/image186.png"/><Relationship Id="rId215" Type="http://schemas.openxmlformats.org/officeDocument/2006/relationships/image" Target="../media/image221.svg"/><Relationship Id="rId236" Type="http://schemas.openxmlformats.org/officeDocument/2006/relationships/image" Target="../media/image242.png"/><Relationship Id="rId257" Type="http://schemas.openxmlformats.org/officeDocument/2006/relationships/image" Target="../media/image263.svg"/><Relationship Id="rId278" Type="http://schemas.openxmlformats.org/officeDocument/2006/relationships/image" Target="../media/image284.png"/><Relationship Id="rId42" Type="http://schemas.openxmlformats.org/officeDocument/2006/relationships/image" Target="../media/image48.png"/><Relationship Id="rId84" Type="http://schemas.openxmlformats.org/officeDocument/2006/relationships/image" Target="../media/image90.png"/><Relationship Id="rId138" Type="http://schemas.openxmlformats.org/officeDocument/2006/relationships/image" Target="../media/image144.png"/><Relationship Id="rId191" Type="http://schemas.openxmlformats.org/officeDocument/2006/relationships/image" Target="../media/image197.svg"/><Relationship Id="rId205" Type="http://schemas.openxmlformats.org/officeDocument/2006/relationships/image" Target="../media/image211.svg"/><Relationship Id="rId247" Type="http://schemas.openxmlformats.org/officeDocument/2006/relationships/image" Target="../media/image253.svg"/><Relationship Id="rId107" Type="http://schemas.openxmlformats.org/officeDocument/2006/relationships/image" Target="../media/image113.svg"/><Relationship Id="rId289" Type="http://schemas.openxmlformats.org/officeDocument/2006/relationships/image" Target="../media/image295.svg"/><Relationship Id="rId11" Type="http://schemas.openxmlformats.org/officeDocument/2006/relationships/image" Target="../media/image17.svg"/><Relationship Id="rId53" Type="http://schemas.openxmlformats.org/officeDocument/2006/relationships/image" Target="../media/image59.svg"/><Relationship Id="rId149" Type="http://schemas.openxmlformats.org/officeDocument/2006/relationships/image" Target="../media/image155.svg"/><Relationship Id="rId95" Type="http://schemas.openxmlformats.org/officeDocument/2006/relationships/image" Target="../media/image101.svg"/><Relationship Id="rId160" Type="http://schemas.openxmlformats.org/officeDocument/2006/relationships/image" Target="../media/image166.png"/><Relationship Id="rId216" Type="http://schemas.openxmlformats.org/officeDocument/2006/relationships/image" Target="../media/image222.png"/><Relationship Id="rId258" Type="http://schemas.openxmlformats.org/officeDocument/2006/relationships/image" Target="../media/image264.png"/><Relationship Id="rId22" Type="http://schemas.openxmlformats.org/officeDocument/2006/relationships/image" Target="../media/image28.png"/><Relationship Id="rId64" Type="http://schemas.openxmlformats.org/officeDocument/2006/relationships/image" Target="../media/image70.png"/><Relationship Id="rId118" Type="http://schemas.openxmlformats.org/officeDocument/2006/relationships/image" Target="../media/image124.png"/><Relationship Id="rId171" Type="http://schemas.openxmlformats.org/officeDocument/2006/relationships/image" Target="../media/image177.svg"/><Relationship Id="rId227" Type="http://schemas.openxmlformats.org/officeDocument/2006/relationships/image" Target="../media/image233.svg"/><Relationship Id="rId269" Type="http://schemas.openxmlformats.org/officeDocument/2006/relationships/image" Target="../media/image27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AE79-25F6-31FD-E5D8-BD61874E0A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Poppins"/>
                <a:ea typeface="Verdana"/>
                <a:cs typeface="Poppins"/>
              </a:rPr>
              <a:t>Aberdeen Slide Master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CD202-87C9-382F-914D-E8107190A4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Poppins"/>
                <a:cs typeface="Poppins"/>
              </a:rPr>
              <a:t>Standard templates and style guide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1F023-4F3A-8A53-59B1-1516529FD4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Poppins"/>
                <a:cs typeface="Poppins"/>
              </a:rPr>
              <a:t>July 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4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EB77AE-156F-A3AC-C580-6F304922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1C0F-45E6-30C3-E12F-DBCD4B7786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9747" y="683063"/>
            <a:ext cx="8613197" cy="250387"/>
          </a:xfrm>
        </p:spPr>
        <p:txBody>
          <a:bodyPr/>
          <a:lstStyle/>
          <a:p>
            <a:r>
              <a:rPr lang="pt-BR"/>
              <a:t>Link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Style</a:t>
            </a:r>
            <a:r>
              <a:rPr lang="pt-BR"/>
              <a:t> </a:t>
            </a:r>
            <a:r>
              <a:rPr lang="pt-BR" err="1"/>
              <a:t>Guide</a:t>
            </a:r>
            <a:r>
              <a:rPr lang="pt-BR"/>
              <a:t> Folder: </a:t>
            </a:r>
            <a:r>
              <a:rPr lang="en-US">
                <a:hlinkClick r:id="rId2"/>
              </a:rPr>
              <a:t>New Branding - Style Guide and Logos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B81EB7-198F-C304-F482-B7347F12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Style Guide</a:t>
            </a: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DC14E03A-6890-1C6B-9117-5DE0BF55BF22}"/>
              </a:ext>
            </a:extLst>
          </p:cNvPr>
          <p:cNvSpPr>
            <a:spLocks/>
          </p:cNvSpPr>
          <p:nvPr/>
        </p:nvSpPr>
        <p:spPr>
          <a:xfrm>
            <a:off x="271259" y="1571755"/>
            <a:ext cx="851923" cy="78350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A12CC-D8D2-8CD2-6FD6-C16B2DF1CF99}"/>
              </a:ext>
            </a:extLst>
          </p:cNvPr>
          <p:cNvSpPr txBox="1"/>
          <p:nvPr/>
        </p:nvSpPr>
        <p:spPr>
          <a:xfrm>
            <a:off x="271259" y="2470063"/>
            <a:ext cx="851923" cy="319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 err="1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Abderdeen</a:t>
            </a:r>
            <a:r>
              <a:rPr lang="pt-BR" sz="80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Blue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#09375F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378F8-69DC-CDE1-F0EE-C5254605D1D6}"/>
              </a:ext>
            </a:extLst>
          </p:cNvPr>
          <p:cNvSpPr txBox="1"/>
          <p:nvPr/>
        </p:nvSpPr>
        <p:spPr>
          <a:xfrm>
            <a:off x="255246" y="1301263"/>
            <a:ext cx="2153584" cy="1731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 b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Primary Brand </a:t>
            </a:r>
            <a:r>
              <a:rPr lang="pt-BR" sz="1000" b="1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Colors</a:t>
            </a:r>
            <a:endParaRPr lang="en-US" sz="1000" b="1"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8FC15871-32B7-E56E-64FB-4C618B5408C2}"/>
              </a:ext>
            </a:extLst>
          </p:cNvPr>
          <p:cNvSpPr>
            <a:spLocks/>
          </p:cNvSpPr>
          <p:nvPr/>
        </p:nvSpPr>
        <p:spPr>
          <a:xfrm>
            <a:off x="1232591" y="1571755"/>
            <a:ext cx="851923" cy="783501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B0C2F-F351-A06F-677F-E7537696949C}"/>
              </a:ext>
            </a:extLst>
          </p:cNvPr>
          <p:cNvSpPr txBox="1"/>
          <p:nvPr/>
        </p:nvSpPr>
        <p:spPr>
          <a:xfrm>
            <a:off x="1232591" y="2470063"/>
            <a:ext cx="851923" cy="319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Aberdeen </a:t>
            </a:r>
            <a:r>
              <a:rPr lang="pt-BR" sz="800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Teal</a:t>
            </a:r>
            <a:endParaRPr lang="pt-BR" sz="800"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#44B0B1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64A023-3F9A-5CF2-78BC-2FFB30B078AE}"/>
              </a:ext>
            </a:extLst>
          </p:cNvPr>
          <p:cNvSpPr txBox="1"/>
          <p:nvPr/>
        </p:nvSpPr>
        <p:spPr>
          <a:xfrm>
            <a:off x="240745" y="3094185"/>
            <a:ext cx="2744854" cy="2209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 b="1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Secondary</a:t>
            </a:r>
            <a:r>
              <a:rPr lang="pt-BR" sz="1000" b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Brand </a:t>
            </a:r>
            <a:r>
              <a:rPr lang="pt-BR" sz="1000" b="1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Colors</a:t>
            </a:r>
            <a:endParaRPr lang="en-US" sz="1000" b="1"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11" name="Rectangle: Rounded Corners 12">
            <a:extLst>
              <a:ext uri="{FF2B5EF4-FFF2-40B4-BE49-F238E27FC236}">
                <a16:creationId xmlns:a16="http://schemas.microsoft.com/office/drawing/2014/main" id="{B60800E1-1035-8954-3119-4208FB9F4A9F}"/>
              </a:ext>
            </a:extLst>
          </p:cNvPr>
          <p:cNvSpPr>
            <a:spLocks/>
          </p:cNvSpPr>
          <p:nvPr/>
        </p:nvSpPr>
        <p:spPr>
          <a:xfrm>
            <a:off x="1228155" y="3359269"/>
            <a:ext cx="851923" cy="783501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12" name="Rectangle: Rounded Corners 14">
            <a:extLst>
              <a:ext uri="{FF2B5EF4-FFF2-40B4-BE49-F238E27FC236}">
                <a16:creationId xmlns:a16="http://schemas.microsoft.com/office/drawing/2014/main" id="{FCB96493-0FFF-6505-0544-672868814AFB}"/>
              </a:ext>
            </a:extLst>
          </p:cNvPr>
          <p:cNvSpPr>
            <a:spLocks/>
          </p:cNvSpPr>
          <p:nvPr/>
        </p:nvSpPr>
        <p:spPr>
          <a:xfrm>
            <a:off x="2193923" y="1571755"/>
            <a:ext cx="851923" cy="783501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49209-027A-5AEE-B5A7-3CB3442F7476}"/>
              </a:ext>
            </a:extLst>
          </p:cNvPr>
          <p:cNvSpPr txBox="1"/>
          <p:nvPr/>
        </p:nvSpPr>
        <p:spPr>
          <a:xfrm>
            <a:off x="2193923" y="2470063"/>
            <a:ext cx="851923" cy="319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Onyx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#404040</a:t>
            </a:r>
          </a:p>
        </p:txBody>
      </p: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26F88DDB-FE86-80CC-E5ED-DA1AFB045EE4}"/>
              </a:ext>
            </a:extLst>
          </p:cNvPr>
          <p:cNvSpPr>
            <a:spLocks/>
          </p:cNvSpPr>
          <p:nvPr/>
        </p:nvSpPr>
        <p:spPr>
          <a:xfrm>
            <a:off x="2191705" y="3359269"/>
            <a:ext cx="851923" cy="783501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15" name="Rectangle: Rounded Corners 39">
            <a:extLst>
              <a:ext uri="{FF2B5EF4-FFF2-40B4-BE49-F238E27FC236}">
                <a16:creationId xmlns:a16="http://schemas.microsoft.com/office/drawing/2014/main" id="{08544278-8F3D-6126-5764-600C897776AC}"/>
              </a:ext>
            </a:extLst>
          </p:cNvPr>
          <p:cNvSpPr>
            <a:spLocks/>
          </p:cNvSpPr>
          <p:nvPr/>
        </p:nvSpPr>
        <p:spPr>
          <a:xfrm>
            <a:off x="255246" y="3359269"/>
            <a:ext cx="851923" cy="78350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16" name="Rectangle: Rounded Corners 39">
            <a:extLst>
              <a:ext uri="{FF2B5EF4-FFF2-40B4-BE49-F238E27FC236}">
                <a16:creationId xmlns:a16="http://schemas.microsoft.com/office/drawing/2014/main" id="{75A2B8F7-616E-970B-7956-1A8C4F1F6E27}"/>
              </a:ext>
            </a:extLst>
          </p:cNvPr>
          <p:cNvSpPr>
            <a:spLocks/>
          </p:cNvSpPr>
          <p:nvPr/>
        </p:nvSpPr>
        <p:spPr>
          <a:xfrm>
            <a:off x="3155255" y="3359269"/>
            <a:ext cx="851923" cy="783501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18" name="Rectangle: Rounded Corners 14">
            <a:extLst>
              <a:ext uri="{FF2B5EF4-FFF2-40B4-BE49-F238E27FC236}">
                <a16:creationId xmlns:a16="http://schemas.microsoft.com/office/drawing/2014/main" id="{195E29F9-1C5E-234C-0F74-77E9376E3FEA}"/>
              </a:ext>
            </a:extLst>
          </p:cNvPr>
          <p:cNvSpPr>
            <a:spLocks/>
          </p:cNvSpPr>
          <p:nvPr/>
        </p:nvSpPr>
        <p:spPr>
          <a:xfrm>
            <a:off x="3155255" y="1568984"/>
            <a:ext cx="851923" cy="7835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1331E4-9F6E-C41D-80F4-B082B10F596F}"/>
              </a:ext>
            </a:extLst>
          </p:cNvPr>
          <p:cNvSpPr txBox="1"/>
          <p:nvPr/>
        </p:nvSpPr>
        <p:spPr>
          <a:xfrm>
            <a:off x="3155255" y="2470063"/>
            <a:ext cx="851923" cy="319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White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#FFFFFF</a:t>
            </a:r>
          </a:p>
        </p:txBody>
      </p:sp>
      <p:sp>
        <p:nvSpPr>
          <p:cNvPr id="21" name="Rectangle: Rounded Corners 6">
            <a:extLst>
              <a:ext uri="{FF2B5EF4-FFF2-40B4-BE49-F238E27FC236}">
                <a16:creationId xmlns:a16="http://schemas.microsoft.com/office/drawing/2014/main" id="{C187B82A-AE0A-4E58-FCBF-9AA1EA071178}"/>
              </a:ext>
            </a:extLst>
          </p:cNvPr>
          <p:cNvSpPr>
            <a:spLocks/>
          </p:cNvSpPr>
          <p:nvPr/>
        </p:nvSpPr>
        <p:spPr>
          <a:xfrm>
            <a:off x="5180268" y="1769817"/>
            <a:ext cx="3417194" cy="4139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0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Use white or </a:t>
            </a:r>
            <a:r>
              <a:rPr lang="en-US" sz="1000" b="1">
                <a:solidFill>
                  <a:schemeClr val="tx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Aberdeen Teal </a:t>
            </a:r>
            <a:r>
              <a:rPr lang="en-US" sz="10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on Aberdeen Blue background</a:t>
            </a:r>
          </a:p>
        </p:txBody>
      </p:sp>
      <p:sp>
        <p:nvSpPr>
          <p:cNvPr id="22" name="Rectangle: Rounded Corners 6">
            <a:extLst>
              <a:ext uri="{FF2B5EF4-FFF2-40B4-BE49-F238E27FC236}">
                <a16:creationId xmlns:a16="http://schemas.microsoft.com/office/drawing/2014/main" id="{EA610CD4-FF2A-FC4E-CB04-2CBE93F4A045}"/>
              </a:ext>
            </a:extLst>
          </p:cNvPr>
          <p:cNvSpPr>
            <a:spLocks/>
          </p:cNvSpPr>
          <p:nvPr/>
        </p:nvSpPr>
        <p:spPr>
          <a:xfrm>
            <a:off x="5180268" y="2193436"/>
            <a:ext cx="3417194" cy="41399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Use </a:t>
            </a:r>
            <a:r>
              <a:rPr lang="en-US" sz="1000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Aberdeen Blue </a:t>
            </a: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or </a:t>
            </a:r>
            <a:r>
              <a:rPr lang="en-US" sz="1000" b="1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Black</a:t>
            </a: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text on an Aberdeen Teal background</a:t>
            </a:r>
          </a:p>
        </p:txBody>
      </p:sp>
      <p:sp>
        <p:nvSpPr>
          <p:cNvPr id="23" name="Rectangle: Rounded Corners 6">
            <a:extLst>
              <a:ext uri="{FF2B5EF4-FFF2-40B4-BE49-F238E27FC236}">
                <a16:creationId xmlns:a16="http://schemas.microsoft.com/office/drawing/2014/main" id="{0A7B45C6-CF5A-2B86-84F8-693C6FA988F1}"/>
              </a:ext>
            </a:extLst>
          </p:cNvPr>
          <p:cNvSpPr>
            <a:spLocks/>
          </p:cNvSpPr>
          <p:nvPr/>
        </p:nvSpPr>
        <p:spPr>
          <a:xfrm>
            <a:off x="5180268" y="2617053"/>
            <a:ext cx="3417194" cy="4139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Use </a:t>
            </a:r>
            <a:r>
              <a:rPr lang="en-US" sz="1000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Aberdeen Blue, </a:t>
            </a:r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Onyx</a:t>
            </a: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,</a:t>
            </a:r>
            <a:r>
              <a:rPr lang="en-US" sz="10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or </a:t>
            </a:r>
            <a:r>
              <a:rPr lang="en-US" sz="1000" b="1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Black</a:t>
            </a: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text on a white background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37CE1D-D915-7C73-B5B0-391520C1419E}"/>
              </a:ext>
            </a:extLst>
          </p:cNvPr>
          <p:cNvSpPr txBox="1"/>
          <p:nvPr/>
        </p:nvSpPr>
        <p:spPr>
          <a:xfrm>
            <a:off x="5180268" y="1362752"/>
            <a:ext cx="3417194" cy="2062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pt-BR" sz="14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ADA </a:t>
            </a:r>
            <a:r>
              <a:rPr lang="pt-BR" sz="1400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Compliant</a:t>
            </a:r>
            <a:r>
              <a:rPr lang="pt-BR" sz="14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Color </a:t>
            </a:r>
            <a:r>
              <a:rPr lang="pt-BR" sz="1400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Combinations</a:t>
            </a:r>
            <a:endParaRPr lang="pt-BR" sz="1400"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10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High </a:t>
            </a:r>
            <a:r>
              <a:rPr lang="pt-BR" sz="1000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contrast</a:t>
            </a:r>
            <a:endParaRPr lang="pt-BR" sz="1000"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5C9D16-FCCE-E330-64B9-CB0CD4803A47}"/>
              </a:ext>
            </a:extLst>
          </p:cNvPr>
          <p:cNvSpPr txBox="1"/>
          <p:nvPr/>
        </p:nvSpPr>
        <p:spPr>
          <a:xfrm>
            <a:off x="5180268" y="3329697"/>
            <a:ext cx="3417194" cy="2062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pt-BR" sz="14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Non-</a:t>
            </a:r>
            <a:r>
              <a:rPr lang="pt-BR" sz="1400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Compliant</a:t>
            </a:r>
            <a:r>
              <a:rPr lang="pt-BR" sz="14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Color </a:t>
            </a:r>
            <a:r>
              <a:rPr lang="pt-BR" sz="1400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Combinations</a:t>
            </a:r>
            <a:endParaRPr lang="pt-BR" sz="1400"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  <a:p>
            <a:pPr>
              <a:spcAft>
                <a:spcPts val="200"/>
              </a:spcAft>
            </a:pPr>
            <a:r>
              <a:rPr lang="pt-BR" sz="1000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Low</a:t>
            </a:r>
            <a:r>
              <a:rPr lang="pt-BR" sz="10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</a:t>
            </a:r>
            <a:r>
              <a:rPr lang="pt-BR" sz="1000" err="1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Contrast</a:t>
            </a:r>
            <a:endParaRPr lang="en-US" sz="1000">
              <a:latin typeface="Poppins" pitchFamily="2" charset="77"/>
              <a:cs typeface="Poppins" pitchFamily="2" charset="77"/>
              <a:sym typeface="Arial" panose="020B0604020202020204" pitchFamily="34" charset="0"/>
            </a:endParaRPr>
          </a:p>
        </p:txBody>
      </p:sp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262DE575-9C8B-8744-2AC7-A9B2E31246EE}"/>
              </a:ext>
            </a:extLst>
          </p:cNvPr>
          <p:cNvSpPr>
            <a:spLocks/>
          </p:cNvSpPr>
          <p:nvPr/>
        </p:nvSpPr>
        <p:spPr>
          <a:xfrm>
            <a:off x="5180268" y="3786120"/>
            <a:ext cx="3417194" cy="41148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Using </a:t>
            </a:r>
            <a:r>
              <a:rPr lang="en-US" sz="1000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White</a:t>
            </a: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text on an Aberdeen Teal Background</a:t>
            </a:r>
          </a:p>
        </p:txBody>
      </p:sp>
      <p:sp>
        <p:nvSpPr>
          <p:cNvPr id="27" name="Rectangle: Rounded Corners 6">
            <a:extLst>
              <a:ext uri="{FF2B5EF4-FFF2-40B4-BE49-F238E27FC236}">
                <a16:creationId xmlns:a16="http://schemas.microsoft.com/office/drawing/2014/main" id="{68517D53-D460-C353-1C12-2F74D2A62C78}"/>
              </a:ext>
            </a:extLst>
          </p:cNvPr>
          <p:cNvSpPr>
            <a:spLocks/>
          </p:cNvSpPr>
          <p:nvPr/>
        </p:nvSpPr>
        <p:spPr>
          <a:xfrm>
            <a:off x="5180268" y="4196006"/>
            <a:ext cx="3417194" cy="4114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Using </a:t>
            </a:r>
            <a:r>
              <a:rPr lang="en-US" sz="1000" b="1">
                <a:solidFill>
                  <a:schemeClr val="tx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Aberdeen Teal </a:t>
            </a:r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text on a white background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36A3B1-A931-4EA6-5370-C1D895F3FA2A}"/>
              </a:ext>
            </a:extLst>
          </p:cNvPr>
          <p:cNvSpPr txBox="1"/>
          <p:nvPr/>
        </p:nvSpPr>
        <p:spPr>
          <a:xfrm>
            <a:off x="256758" y="4282306"/>
            <a:ext cx="851923" cy="319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 err="1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Deep</a:t>
            </a:r>
            <a:r>
              <a:rPr lang="pt-BR" sz="80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 Sky Blue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#5CC8FF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F84B4B-B438-F2F6-A1F5-B7E2F78E50C4}"/>
              </a:ext>
            </a:extLst>
          </p:cNvPr>
          <p:cNvSpPr txBox="1"/>
          <p:nvPr/>
        </p:nvSpPr>
        <p:spPr>
          <a:xfrm>
            <a:off x="1218090" y="4282306"/>
            <a:ext cx="851923" cy="319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Jade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#00A676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57A9B-82C5-8932-2CF7-1AF6CD6EAAB7}"/>
              </a:ext>
            </a:extLst>
          </p:cNvPr>
          <p:cNvSpPr txBox="1"/>
          <p:nvPr/>
        </p:nvSpPr>
        <p:spPr>
          <a:xfrm>
            <a:off x="2179422" y="4282306"/>
            <a:ext cx="851923" cy="319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Jasper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#DB504A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671FA4-C186-CCFF-26FB-586D43BC1C39}"/>
              </a:ext>
            </a:extLst>
          </p:cNvPr>
          <p:cNvSpPr txBox="1"/>
          <p:nvPr/>
        </p:nvSpPr>
        <p:spPr>
          <a:xfrm>
            <a:off x="3140754" y="4282306"/>
            <a:ext cx="851923" cy="3195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Gold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pt-BR" sz="800">
                <a:latin typeface="Poppins" pitchFamily="2" charset="77"/>
                <a:cs typeface="Poppins" pitchFamily="2" charset="77"/>
                <a:sym typeface="Arial" panose="020B0604020202020204" pitchFamily="34" charset="0"/>
              </a:rPr>
              <a:t>#F7D002</a:t>
            </a:r>
          </a:p>
        </p:txBody>
      </p:sp>
    </p:spTree>
    <p:extLst>
      <p:ext uri="{BB962C8B-B14F-4D97-AF65-F5344CB8AC3E}">
        <p14:creationId xmlns:p14="http://schemas.microsoft.com/office/powerpoint/2010/main" val="3285594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B022-B73F-540A-90E4-72C86133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A32601-1E8A-CFF8-8A77-2B190564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9BFAF6-8002-DCD8-701A-11426E68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this slide master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D227470-6D11-287E-1D64-B41D184A19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699" y="1663894"/>
            <a:ext cx="3723325" cy="3041455"/>
          </a:xfrm>
          <a:prstGeom prst="rect">
            <a:avLst/>
          </a:prstGeom>
          <a:ln w="9525">
            <a:solidFill>
              <a:schemeClr val="accent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3118C39-4EE5-2A7A-5916-A6B752D337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30750" y="1663895"/>
            <a:ext cx="3956050" cy="822614"/>
          </a:xfrm>
          <a:prstGeom prst="rect">
            <a:avLst/>
          </a:prstGeom>
          <a:ln w="9525">
            <a:solidFill>
              <a:schemeClr val="accent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659A8FD-C4BC-B1BE-D77D-DA7B0D189F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30750" y="2510651"/>
            <a:ext cx="3956050" cy="2194699"/>
          </a:xfrm>
          <a:prstGeom prst="rect">
            <a:avLst/>
          </a:prstGeom>
          <a:ln w="9525">
            <a:solidFill>
              <a:schemeClr val="accent1"/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2A226A1-D8DD-B643-E38F-92A2F3C63848}"/>
              </a:ext>
            </a:extLst>
          </p:cNvPr>
          <p:cNvSpPr txBox="1"/>
          <p:nvPr/>
        </p:nvSpPr>
        <p:spPr>
          <a:xfrm>
            <a:off x="266700" y="1029030"/>
            <a:ext cx="355100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bg2"/>
                </a:solidFill>
              </a:rPr>
              <a:t>To add standard slide templates: </a:t>
            </a:r>
          </a:p>
          <a:p>
            <a:pPr algn="l"/>
            <a:r>
              <a:rPr lang="en-US" sz="1400">
                <a:solidFill>
                  <a:schemeClr val="bg2"/>
                </a:solidFill>
              </a:rPr>
              <a:t>insert &gt; New Slide (down arrow)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314B5D-8B9B-B702-2FB8-1E510A32E15C}"/>
              </a:ext>
            </a:extLst>
          </p:cNvPr>
          <p:cNvSpPr txBox="1"/>
          <p:nvPr/>
        </p:nvSpPr>
        <p:spPr>
          <a:xfrm>
            <a:off x="4933273" y="1060906"/>
            <a:ext cx="355100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bg2"/>
                </a:solidFill>
              </a:rPr>
              <a:t>To display guides &amp; grids:</a:t>
            </a:r>
          </a:p>
          <a:p>
            <a:pPr algn="l"/>
            <a:r>
              <a:rPr lang="en-US" sz="1400">
                <a:solidFill>
                  <a:schemeClr val="bg2"/>
                </a:solidFill>
              </a:rPr>
              <a:t>View &gt; Check Gridlines / Guides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75A1600-F47C-FBC6-9D56-6AF6D5DEF9D0}"/>
              </a:ext>
            </a:extLst>
          </p:cNvPr>
          <p:cNvSpPr/>
          <p:nvPr/>
        </p:nvSpPr>
        <p:spPr>
          <a:xfrm>
            <a:off x="2202787" y="1642448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D4722FE-9162-347A-706E-C34280E6F119}"/>
              </a:ext>
            </a:extLst>
          </p:cNvPr>
          <p:cNvSpPr/>
          <p:nvPr/>
        </p:nvSpPr>
        <p:spPr>
          <a:xfrm>
            <a:off x="678787" y="1938042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921763D-7DE7-17A9-F560-A4084B280375}"/>
              </a:ext>
            </a:extLst>
          </p:cNvPr>
          <p:cNvSpPr/>
          <p:nvPr/>
        </p:nvSpPr>
        <p:spPr>
          <a:xfrm>
            <a:off x="8412480" y="1663722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DFEA893-7BC9-3075-79CA-7C53EFD56B66}"/>
              </a:ext>
            </a:extLst>
          </p:cNvPr>
          <p:cNvSpPr/>
          <p:nvPr/>
        </p:nvSpPr>
        <p:spPr>
          <a:xfrm>
            <a:off x="5371322" y="2022603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7673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D2DB-FADF-BE5F-EA6E-F08E67CA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F86F-9BE3-F016-22F1-79832E360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47188-7125-7A41-9EB1-8E0ADF974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5452-D306-B6F0-DE98-5EA49A0D8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5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D4DF-8A86-08EB-E930-5B440694FE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32362-8C56-ED74-6047-A816C06954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B65B0-685F-6FB5-725F-45DFCFA4E4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D6FF-FE66-E53C-0E87-BB47D3373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3C017-99FD-86E8-8176-2570F3AB8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DF025-DB4F-F1A2-B066-A0CFDC7BEE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D07E-C5F8-72F7-89E6-76B9E422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476CB-47FD-C2D5-FC87-4539834BE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0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2491C-4660-F459-9FA4-49A999DF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7EE42-93FC-2163-C90A-B32ED04F25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7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38E1C3-0658-4674-99BD-3054167A2A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1D3C7B-629B-753B-88AD-CE74AD1F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E9B7E1A-DCAE-B6AD-1811-A0ED29F9C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4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F16A-595A-4F54-F51F-1D918A26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6A53-54AE-5D02-E6B9-15F17BB64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2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F5AE17-EABE-DE4A-3D2B-6516BDCC8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C4DDF6-0AF0-F358-338D-9832F22F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8CF522-4F0E-F30C-A7B2-EA7FFF6F78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90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76A817-07A2-D88C-C78E-714FE2D846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C6FF7-89B2-292E-060E-52792FBFE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56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07DD1C-E68D-C51B-CA40-90F8C54FE2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09164-9FA4-5D0C-E306-41E6B702F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96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2C96EE-9891-C121-A7A4-23D77AD8F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790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8AAD1D-5608-AB76-DE21-F365483EA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72373-0A4A-DC5B-BC8D-F76C84317E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65DF2-6C7F-4977-83F1-49D108AE1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08F65A-39A6-0465-A0C3-97CA6B3C7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4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4F7307-69DE-B703-EC86-0F16D469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C5F5D-5649-A840-E673-D4454156BA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DBF74F-712D-93B0-C621-439DEDF4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4A09AA-E6BE-CDC0-5D85-A7838F63A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747" y="1166825"/>
            <a:ext cx="4145281" cy="35433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B1EB496B-790D-E944-E7FA-C22C674BDA1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6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882F8-4A76-0598-FFF0-8EB24087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03E41213-618F-C207-4087-66AA8D46083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A51F4-CFA6-3F9A-6ACB-8F478F0D7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C1E9E6-BBD6-64B2-8732-B289C6FD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9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D87BB-1994-DAA2-B427-3650245CC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5C2DEB-182A-6BE5-12F8-26F7EBBC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3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EF6A3-FBD0-4ECC-9E53-FF92EE3E4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E2A7E-6245-4B51-3AFA-81D7EF2AB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4F8043-84B8-3C6C-29A3-6ACF0F82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10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69E2DA-2637-298C-2902-51268660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A7DFE-CBF0-00A7-561C-DBC142C5FA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These standard elements can be copy &amp; pasted for slide creation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220640-DB59-B969-2114-61E00621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Elements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83FED-A290-4AEB-F8E5-8BEC9543AB13}"/>
              </a:ext>
            </a:extLst>
          </p:cNvPr>
          <p:cNvSpPr/>
          <p:nvPr/>
        </p:nvSpPr>
        <p:spPr>
          <a:xfrm>
            <a:off x="269747" y="1288430"/>
            <a:ext cx="2417322" cy="338553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Standard Text Box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3B7B16-99C3-5538-BE57-8751FEDBA09D}"/>
              </a:ext>
            </a:extLst>
          </p:cNvPr>
          <p:cNvSpPr/>
          <p:nvPr/>
        </p:nvSpPr>
        <p:spPr>
          <a:xfrm>
            <a:off x="269747" y="1617044"/>
            <a:ext cx="2417322" cy="16737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</a:rPr>
              <a:t>Text goes here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</a:rPr>
              <a:t>Use for summary descriptions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</a:rPr>
              <a:t>Adjust spacing and font as needed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C1ABE3-B544-E919-631C-CE912853349C}"/>
              </a:ext>
            </a:extLst>
          </p:cNvPr>
          <p:cNvSpPr/>
          <p:nvPr/>
        </p:nvSpPr>
        <p:spPr>
          <a:xfrm>
            <a:off x="2939581" y="1282700"/>
            <a:ext cx="1480019" cy="56376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Text Box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E174FA-6117-B853-EDEF-ED8199E39D21}"/>
              </a:ext>
            </a:extLst>
          </p:cNvPr>
          <p:cNvSpPr/>
          <p:nvPr/>
        </p:nvSpPr>
        <p:spPr>
          <a:xfrm>
            <a:off x="2939581" y="1994481"/>
            <a:ext cx="1480019" cy="56376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</a:rPr>
              <a:t>Text Box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CDCE07-D341-1E69-42FA-88497E748318}"/>
              </a:ext>
            </a:extLst>
          </p:cNvPr>
          <p:cNvSpPr/>
          <p:nvPr/>
        </p:nvSpPr>
        <p:spPr>
          <a:xfrm>
            <a:off x="2939581" y="2706262"/>
            <a:ext cx="1480019" cy="563768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</a:rPr>
              <a:t>Text Box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1BF910B-346B-F922-E551-14C4DFEC3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71351"/>
              </p:ext>
            </p:extLst>
          </p:nvPr>
        </p:nvGraphicFramePr>
        <p:xfrm>
          <a:off x="4742175" y="1288430"/>
          <a:ext cx="4140769" cy="19936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86693">
                  <a:extLst>
                    <a:ext uri="{9D8B030D-6E8A-4147-A177-3AD203B41FA5}">
                      <a16:colId xmlns:a16="http://schemas.microsoft.com/office/drawing/2014/main" val="1890183799"/>
                    </a:ext>
                  </a:extLst>
                </a:gridCol>
                <a:gridCol w="1527038">
                  <a:extLst>
                    <a:ext uri="{9D8B030D-6E8A-4147-A177-3AD203B41FA5}">
                      <a16:colId xmlns:a16="http://schemas.microsoft.com/office/drawing/2014/main" val="748627504"/>
                    </a:ext>
                  </a:extLst>
                </a:gridCol>
                <a:gridCol w="1527038">
                  <a:extLst>
                    <a:ext uri="{9D8B030D-6E8A-4147-A177-3AD203B41FA5}">
                      <a16:colId xmlns:a16="http://schemas.microsoft.com/office/drawing/2014/main" val="575759791"/>
                    </a:ext>
                  </a:extLst>
                </a:gridCol>
              </a:tblGrid>
              <a:tr h="443040">
                <a:tc>
                  <a:txBody>
                    <a:bodyPr/>
                    <a:lstStyle/>
                    <a:p>
                      <a:r>
                        <a:rPr lang="en-US" sz="1200" b="0"/>
                        <a:t>Heading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Heading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Heading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007889"/>
                  </a:ext>
                </a:extLst>
              </a:tr>
              <a:tr h="31012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Label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272069"/>
                  </a:ext>
                </a:extLst>
              </a:tr>
              <a:tr h="31012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Label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470521"/>
                  </a:ext>
                </a:extLst>
              </a:tr>
              <a:tr h="31012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Label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Highlights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151926"/>
                  </a:ext>
                </a:extLst>
              </a:tr>
              <a:tr h="31012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Label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269775"/>
                  </a:ext>
                </a:extLst>
              </a:tr>
              <a:tr h="31012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Label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66888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64F10461-05B0-0473-0862-73570A3AA24F}"/>
              </a:ext>
            </a:extLst>
          </p:cNvPr>
          <p:cNvSpPr/>
          <p:nvPr/>
        </p:nvSpPr>
        <p:spPr>
          <a:xfrm>
            <a:off x="274319" y="3516517"/>
            <a:ext cx="8608625" cy="5637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1600" b="1" i="1">
                <a:solidFill>
                  <a:schemeClr val="bg2"/>
                </a:solidFill>
              </a:rPr>
              <a:t>Kicker for highlighting key messages at top or bottom of slide</a:t>
            </a:r>
          </a:p>
        </p:txBody>
      </p:sp>
    </p:spTree>
    <p:extLst>
      <p:ext uri="{BB962C8B-B14F-4D97-AF65-F5344CB8AC3E}">
        <p14:creationId xmlns:p14="http://schemas.microsoft.com/office/powerpoint/2010/main" val="722909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9FFD-2782-292A-E31F-FDCC73AE0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545E0A-A530-5502-C7E8-F271FC1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1168E-2C81-8592-2030-A8A8BC0BAC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Sample layout for project workplan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95AF18-F0D2-875E-9250-0C9B995C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6 week plan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15B718-91BF-B5C6-0060-8B607C03412F}"/>
              </a:ext>
            </a:extLst>
          </p:cNvPr>
          <p:cNvGraphicFramePr>
            <a:graphicFrameLocks noGrp="1"/>
          </p:cNvGraphicFramePr>
          <p:nvPr/>
        </p:nvGraphicFramePr>
        <p:xfrm>
          <a:off x="266700" y="1614689"/>
          <a:ext cx="8615533" cy="2523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>
                  <a:extLst>
                    <a:ext uri="{9D8B030D-6E8A-4147-A177-3AD203B41FA5}">
                      <a16:colId xmlns:a16="http://schemas.microsoft.com/office/drawing/2014/main" val="3316722482"/>
                    </a:ext>
                  </a:extLst>
                </a:gridCol>
                <a:gridCol w="1420738">
                  <a:extLst>
                    <a:ext uri="{9D8B030D-6E8A-4147-A177-3AD203B41FA5}">
                      <a16:colId xmlns:a16="http://schemas.microsoft.com/office/drawing/2014/main" val="4026026286"/>
                    </a:ext>
                  </a:extLst>
                </a:gridCol>
                <a:gridCol w="1400859">
                  <a:extLst>
                    <a:ext uri="{9D8B030D-6E8A-4147-A177-3AD203B41FA5}">
                      <a16:colId xmlns:a16="http://schemas.microsoft.com/office/drawing/2014/main" val="3021938060"/>
                    </a:ext>
                  </a:extLst>
                </a:gridCol>
                <a:gridCol w="1400859">
                  <a:extLst>
                    <a:ext uri="{9D8B030D-6E8A-4147-A177-3AD203B41FA5}">
                      <a16:colId xmlns:a16="http://schemas.microsoft.com/office/drawing/2014/main" val="713965299"/>
                    </a:ext>
                  </a:extLst>
                </a:gridCol>
                <a:gridCol w="1400859">
                  <a:extLst>
                    <a:ext uri="{9D8B030D-6E8A-4147-A177-3AD203B41FA5}">
                      <a16:colId xmlns:a16="http://schemas.microsoft.com/office/drawing/2014/main" val="1306374818"/>
                    </a:ext>
                  </a:extLst>
                </a:gridCol>
                <a:gridCol w="1400859">
                  <a:extLst>
                    <a:ext uri="{9D8B030D-6E8A-4147-A177-3AD203B41FA5}">
                      <a16:colId xmlns:a16="http://schemas.microsoft.com/office/drawing/2014/main" val="1424637107"/>
                    </a:ext>
                  </a:extLst>
                </a:gridCol>
                <a:gridCol w="1400859">
                  <a:extLst>
                    <a:ext uri="{9D8B030D-6E8A-4147-A177-3AD203B41FA5}">
                      <a16:colId xmlns:a16="http://schemas.microsoft.com/office/drawing/2014/main" val="2031887757"/>
                    </a:ext>
                  </a:extLst>
                </a:gridCol>
              </a:tblGrid>
              <a:tr h="257793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bg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8580" marR="68580" marT="34290" marB="3429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Week 1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Week 2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Week 3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Week 4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Week 5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Week  6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404995"/>
                  </a:ext>
                </a:extLst>
              </a:tr>
              <a:tr h="293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8580" marR="68580" marT="34290" marB="3429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Discover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Synthesize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Ideate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Define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Plan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Deliver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87783"/>
                  </a:ext>
                </a:extLst>
              </a:tr>
              <a:tr h="1042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Activities</a:t>
                      </a:r>
                    </a:p>
                  </a:txBody>
                  <a:tcPr marL="68580" marR="68580" marT="34290" marB="34290" vert="vert27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07548"/>
                  </a:ext>
                </a:extLst>
              </a:tr>
              <a:tr h="929937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Outputs</a:t>
                      </a:r>
                    </a:p>
                  </a:txBody>
                  <a:tcPr marL="68580" marR="68580" marT="34290" marB="34290" vert="vert27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X</a:t>
                      </a:r>
                    </a:p>
                  </a:txBody>
                  <a:tcPr marL="68580" marR="68580" marT="34290" marB="3429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982002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3BD974-98BA-02B6-5864-EC3037BDFD40}"/>
              </a:ext>
            </a:extLst>
          </p:cNvPr>
          <p:cNvCxnSpPr>
            <a:cxnSpLocks/>
          </p:cNvCxnSpPr>
          <p:nvPr/>
        </p:nvCxnSpPr>
        <p:spPr>
          <a:xfrm flipV="1">
            <a:off x="457200" y="1307812"/>
            <a:ext cx="4114800" cy="1"/>
          </a:xfrm>
          <a:prstGeom prst="line">
            <a:avLst/>
          </a:prstGeom>
          <a:solidFill>
            <a:schemeClr val="bg1"/>
          </a:solidFill>
          <a:ln w="9525" cap="rnd" cmpd="sng" algn="ctr">
            <a:solidFill>
              <a:schemeClr val="tx2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e4pHeader2">
            <a:extLst>
              <a:ext uri="{FF2B5EF4-FFF2-40B4-BE49-F238E27FC236}">
                <a16:creationId xmlns:a16="http://schemas.microsoft.com/office/drawing/2014/main" id="{288F1B3E-8298-8A3F-C4E2-B2BE8F3EEC5A}"/>
              </a:ext>
            </a:extLst>
          </p:cNvPr>
          <p:cNvSpPr txBox="1"/>
          <p:nvPr/>
        </p:nvSpPr>
        <p:spPr>
          <a:xfrm>
            <a:off x="1777227" y="1215479"/>
            <a:ext cx="1590434" cy="184666"/>
          </a:xfrm>
          <a:prstGeom prst="rect">
            <a:avLst/>
          </a:prstGeom>
          <a:solidFill>
            <a:schemeClr val="bg1"/>
          </a:solidFill>
          <a:ln cap="rnd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lvl="3" algn="ctr"/>
            <a:r>
              <a:rPr lang="en-US" sz="1200">
                <a:solidFill>
                  <a:schemeClr val="accent1"/>
                </a:solidFill>
              </a:rPr>
              <a:t>Phase 1: Name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8DB73C-3E0D-5F15-4D3C-33CBB8B520E5}"/>
              </a:ext>
            </a:extLst>
          </p:cNvPr>
          <p:cNvCxnSpPr>
            <a:cxnSpLocks/>
          </p:cNvCxnSpPr>
          <p:nvPr/>
        </p:nvCxnSpPr>
        <p:spPr>
          <a:xfrm>
            <a:off x="4733665" y="1307812"/>
            <a:ext cx="4052905" cy="0"/>
          </a:xfrm>
          <a:prstGeom prst="line">
            <a:avLst/>
          </a:prstGeom>
          <a:solidFill>
            <a:schemeClr val="bg1"/>
          </a:solidFill>
          <a:ln w="9525" cap="rnd" cmpd="sng" algn="ctr">
            <a:solidFill>
              <a:schemeClr val="tx2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e4pHeader2">
            <a:extLst>
              <a:ext uri="{FF2B5EF4-FFF2-40B4-BE49-F238E27FC236}">
                <a16:creationId xmlns:a16="http://schemas.microsoft.com/office/drawing/2014/main" id="{46DA9B6A-E932-5E47-C00F-F77AA4E98604}"/>
              </a:ext>
            </a:extLst>
          </p:cNvPr>
          <p:cNvSpPr txBox="1"/>
          <p:nvPr/>
        </p:nvSpPr>
        <p:spPr>
          <a:xfrm>
            <a:off x="5961493" y="1215479"/>
            <a:ext cx="1590434" cy="184666"/>
          </a:xfrm>
          <a:prstGeom prst="rect">
            <a:avLst/>
          </a:prstGeom>
          <a:solidFill>
            <a:schemeClr val="bg1"/>
          </a:solidFill>
          <a:ln cap="rnd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lvl="3" algn="ctr"/>
            <a:r>
              <a:rPr lang="en-US" sz="1200">
                <a:solidFill>
                  <a:schemeClr val="accent1"/>
                </a:solidFill>
              </a:rPr>
              <a:t>Phase 2: Name</a:t>
            </a:r>
          </a:p>
        </p:txBody>
      </p:sp>
    </p:spTree>
    <p:extLst>
      <p:ext uri="{BB962C8B-B14F-4D97-AF65-F5344CB8AC3E}">
        <p14:creationId xmlns:p14="http://schemas.microsoft.com/office/powerpoint/2010/main" val="2717257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5442-04FF-90F6-CDAF-C5B5C1B2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FBC190-7D96-8747-E485-99F10FDD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DC271-80E5-1328-06AB-E32D63ACEB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Sample layout for workstream plan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60273E-52C9-24EE-3FB0-0E3AEEFA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Workstream Planning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53CE6A-9800-E6C6-32A9-0E41F11AA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2317"/>
              </p:ext>
            </p:extLst>
          </p:nvPr>
        </p:nvGraphicFramePr>
        <p:xfrm>
          <a:off x="266698" y="3769348"/>
          <a:ext cx="8606910" cy="868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970">
                  <a:extLst>
                    <a:ext uri="{9D8B030D-6E8A-4147-A177-3AD203B41FA5}">
                      <a16:colId xmlns:a16="http://schemas.microsoft.com/office/drawing/2014/main" val="2446563961"/>
                    </a:ext>
                  </a:extLst>
                </a:gridCol>
                <a:gridCol w="2868970">
                  <a:extLst>
                    <a:ext uri="{9D8B030D-6E8A-4147-A177-3AD203B41FA5}">
                      <a16:colId xmlns:a16="http://schemas.microsoft.com/office/drawing/2014/main" val="2290445416"/>
                    </a:ext>
                  </a:extLst>
                </a:gridCol>
                <a:gridCol w="2868970">
                  <a:extLst>
                    <a:ext uri="{9D8B030D-6E8A-4147-A177-3AD203B41FA5}">
                      <a16:colId xmlns:a16="http://schemas.microsoft.com/office/drawing/2014/main" val="3562120249"/>
                    </a:ext>
                  </a:extLst>
                </a:gridCol>
              </a:tblGrid>
              <a:tr h="274580">
                <a:tc gridSpan="3"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100" b="1" i="0" kern="1200">
                          <a:solidFill>
                            <a:schemeClr val="bg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Success Factors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8778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endParaRPr lang="en-US" sz="1100" b="1" i="0" kern="1200">
                        <a:solidFill>
                          <a:schemeClr val="bg1"/>
                        </a:solidFill>
                        <a:effectLst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endParaRPr lang="en-US" sz="1100" b="1" i="0" kern="1200">
                        <a:solidFill>
                          <a:schemeClr val="bg1"/>
                        </a:solidFill>
                        <a:effectLst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endParaRPr lang="en-US" sz="1100" b="1" i="0" kern="1200">
                        <a:solidFill>
                          <a:schemeClr val="bg1"/>
                        </a:solidFill>
                        <a:effectLst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4600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AE02026-C5F3-676D-393E-2AC2C7D5A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998330"/>
              </p:ext>
            </p:extLst>
          </p:nvPr>
        </p:nvGraphicFramePr>
        <p:xfrm>
          <a:off x="272344" y="1162050"/>
          <a:ext cx="8610600" cy="2330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74">
                  <a:extLst>
                    <a:ext uri="{9D8B030D-6E8A-4147-A177-3AD203B41FA5}">
                      <a16:colId xmlns:a16="http://schemas.microsoft.com/office/drawing/2014/main" val="4026026286"/>
                    </a:ext>
                  </a:extLst>
                </a:gridCol>
                <a:gridCol w="2184543">
                  <a:extLst>
                    <a:ext uri="{9D8B030D-6E8A-4147-A177-3AD203B41FA5}">
                      <a16:colId xmlns:a16="http://schemas.microsoft.com/office/drawing/2014/main" val="3021938060"/>
                    </a:ext>
                  </a:extLst>
                </a:gridCol>
                <a:gridCol w="5762483">
                  <a:extLst>
                    <a:ext uri="{9D8B030D-6E8A-4147-A177-3AD203B41FA5}">
                      <a16:colId xmlns:a16="http://schemas.microsoft.com/office/drawing/2014/main" val="713965299"/>
                    </a:ext>
                  </a:extLst>
                </a:gridCol>
              </a:tblGrid>
              <a:tr h="274580">
                <a:tc>
                  <a:txBody>
                    <a:bodyPr/>
                    <a:lstStyle/>
                    <a:p>
                      <a:pPr marL="0" indent="0" algn="ctr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100" b="1" i="0" kern="1200">
                          <a:solidFill>
                            <a:schemeClr val="bg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#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 i="0" kern="1200">
                          <a:solidFill>
                            <a:schemeClr val="bg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 i="0" kern="1200">
                          <a:solidFill>
                            <a:schemeClr val="bg1"/>
                          </a:solidFill>
                          <a:effectLst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Description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87783"/>
                  </a:ext>
                </a:extLst>
              </a:tr>
              <a:tr h="34270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Description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07548"/>
                  </a:ext>
                </a:extLst>
              </a:tr>
              <a:tr h="34270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Description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982002"/>
                  </a:ext>
                </a:extLst>
              </a:tr>
              <a:tr h="34270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Description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562850"/>
                  </a:ext>
                </a:extLst>
              </a:tr>
              <a:tr h="34270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Description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868069"/>
                  </a:ext>
                </a:extLst>
              </a:tr>
              <a:tr h="34270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Description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711986"/>
                  </a:ext>
                </a:extLst>
              </a:tr>
              <a:tr h="34270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9063" marR="0" lvl="0" indent="-119063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Description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5810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7253EB6-D3C1-0A92-BD04-4E6618409081}"/>
              </a:ext>
            </a:extLst>
          </p:cNvPr>
          <p:cNvSpPr>
            <a:spLocks/>
          </p:cNvSpPr>
          <p:nvPr/>
        </p:nvSpPr>
        <p:spPr>
          <a:xfrm>
            <a:off x="377636" y="4192586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B4AEA8-032A-5FD3-B902-23720B2E3B46}"/>
              </a:ext>
            </a:extLst>
          </p:cNvPr>
          <p:cNvSpPr>
            <a:spLocks/>
          </p:cNvSpPr>
          <p:nvPr/>
        </p:nvSpPr>
        <p:spPr>
          <a:xfrm>
            <a:off x="3238309" y="4192586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A8E1D0-0D46-148F-C308-6098312F2806}"/>
              </a:ext>
            </a:extLst>
          </p:cNvPr>
          <p:cNvSpPr>
            <a:spLocks/>
          </p:cNvSpPr>
          <p:nvPr/>
        </p:nvSpPr>
        <p:spPr>
          <a:xfrm>
            <a:off x="6098982" y="4192586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8F7A08-1188-6B84-2E6B-D57908564308}"/>
              </a:ext>
            </a:extLst>
          </p:cNvPr>
          <p:cNvSpPr txBox="1"/>
          <p:nvPr/>
        </p:nvSpPr>
        <p:spPr>
          <a:xfrm>
            <a:off x="697264" y="4130443"/>
            <a:ext cx="2397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Success Factor</a:t>
            </a:r>
          </a:p>
          <a:p>
            <a:r>
              <a:rPr lang="en-US" sz="1200">
                <a:solidFill>
                  <a:schemeClr val="tx1"/>
                </a:solidFill>
              </a:rPr>
              <a:t>Description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68AB52-F3FC-8A49-78C8-49D1D8B684AE}"/>
              </a:ext>
            </a:extLst>
          </p:cNvPr>
          <p:cNvSpPr txBox="1"/>
          <p:nvPr/>
        </p:nvSpPr>
        <p:spPr>
          <a:xfrm>
            <a:off x="3506061" y="4130443"/>
            <a:ext cx="2397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Success Factor</a:t>
            </a:r>
          </a:p>
          <a:p>
            <a:r>
              <a:rPr lang="en-US" sz="1200">
                <a:solidFill>
                  <a:schemeClr val="tx1"/>
                </a:solidFill>
              </a:rPr>
              <a:t>Description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125B9E-13B3-A9E8-F857-8A2A09B40C20}"/>
              </a:ext>
            </a:extLst>
          </p:cNvPr>
          <p:cNvSpPr txBox="1"/>
          <p:nvPr/>
        </p:nvSpPr>
        <p:spPr>
          <a:xfrm>
            <a:off x="6373302" y="4130443"/>
            <a:ext cx="2397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2"/>
                </a:solidFill>
              </a:rPr>
              <a:t>Success Factor</a:t>
            </a:r>
          </a:p>
          <a:p>
            <a:r>
              <a:rPr lang="en-US" sz="1200">
                <a:solidFill>
                  <a:schemeClr val="tx1"/>
                </a:solidFill>
              </a:rPr>
              <a:t>Description </a:t>
            </a:r>
          </a:p>
        </p:txBody>
      </p:sp>
    </p:spTree>
    <p:extLst>
      <p:ext uri="{BB962C8B-B14F-4D97-AF65-F5344CB8AC3E}">
        <p14:creationId xmlns:p14="http://schemas.microsoft.com/office/powerpoint/2010/main" val="1146039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45F38-300E-6266-C565-7AD1B28D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741779-BA81-E254-C9E8-966528D5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11F8D-B501-3B8E-DCDA-0649B6FEFF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Sample layout for an Organizational structure / Org Design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A4CFF0-2076-B94E-EB8F-76D88E7B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Org Chart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9DA7B7-E903-E38F-339C-E8BE38313014}"/>
              </a:ext>
            </a:extLst>
          </p:cNvPr>
          <p:cNvCxnSpPr>
            <a:cxnSpLocks/>
          </p:cNvCxnSpPr>
          <p:nvPr/>
        </p:nvCxnSpPr>
        <p:spPr>
          <a:xfrm>
            <a:off x="4515948" y="1670147"/>
            <a:ext cx="0" cy="324151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451520D-40C3-7A51-DFCC-F8400BD445D7}"/>
              </a:ext>
            </a:extLst>
          </p:cNvPr>
          <p:cNvSpPr/>
          <p:nvPr/>
        </p:nvSpPr>
        <p:spPr>
          <a:xfrm>
            <a:off x="3583298" y="1279325"/>
            <a:ext cx="2002317" cy="4572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2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BB0D1-61FE-A8AC-3283-888BE0C884AD}"/>
              </a:ext>
            </a:extLst>
          </p:cNvPr>
          <p:cNvCxnSpPr>
            <a:cxnSpLocks/>
          </p:cNvCxnSpPr>
          <p:nvPr/>
        </p:nvCxnSpPr>
        <p:spPr>
          <a:xfrm flipH="1">
            <a:off x="1379171" y="1998668"/>
            <a:ext cx="6430452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4C50499-61C8-9EEE-4083-4DF718A1BE6E}"/>
              </a:ext>
            </a:extLst>
          </p:cNvPr>
          <p:cNvSpPr/>
          <p:nvPr/>
        </p:nvSpPr>
        <p:spPr>
          <a:xfrm>
            <a:off x="702078" y="2652373"/>
            <a:ext cx="153439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9A4C7D-C772-D5E9-1BD9-E56CF8AD2576}"/>
              </a:ext>
            </a:extLst>
          </p:cNvPr>
          <p:cNvSpPr/>
          <p:nvPr/>
        </p:nvSpPr>
        <p:spPr>
          <a:xfrm>
            <a:off x="702078" y="3098756"/>
            <a:ext cx="153439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80AFF8-06C1-D678-4BDB-21FCF4FD504F}"/>
              </a:ext>
            </a:extLst>
          </p:cNvPr>
          <p:cNvCxnSpPr>
            <a:cxnSpLocks/>
          </p:cNvCxnSpPr>
          <p:nvPr/>
        </p:nvCxnSpPr>
        <p:spPr>
          <a:xfrm>
            <a:off x="3516029" y="2000028"/>
            <a:ext cx="0" cy="205962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AC47FF-9DCA-040C-282D-570454A6C887}"/>
              </a:ext>
            </a:extLst>
          </p:cNvPr>
          <p:cNvCxnSpPr>
            <a:cxnSpLocks/>
          </p:cNvCxnSpPr>
          <p:nvPr/>
        </p:nvCxnSpPr>
        <p:spPr>
          <a:xfrm>
            <a:off x="1382346" y="2000028"/>
            <a:ext cx="0" cy="205962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BBD5164-F5FA-17D9-3681-6F6F2D5000CF}"/>
              </a:ext>
            </a:extLst>
          </p:cNvPr>
          <p:cNvCxnSpPr>
            <a:cxnSpLocks/>
          </p:cNvCxnSpPr>
          <p:nvPr/>
        </p:nvCxnSpPr>
        <p:spPr>
          <a:xfrm>
            <a:off x="5591957" y="2000028"/>
            <a:ext cx="0" cy="205962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6FEDF6-36AF-7B0F-C4E2-2559140E1105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7809623" y="2000028"/>
            <a:ext cx="0" cy="205962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7C8AF64-67C9-AB09-C0F5-6D0A6A210C9A}"/>
              </a:ext>
            </a:extLst>
          </p:cNvPr>
          <p:cNvSpPr/>
          <p:nvPr/>
        </p:nvSpPr>
        <p:spPr>
          <a:xfrm>
            <a:off x="461570" y="2205990"/>
            <a:ext cx="1754354" cy="365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1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1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4F9284-F0BC-352E-4E8C-A15B8D9FD491}"/>
              </a:ext>
            </a:extLst>
          </p:cNvPr>
          <p:cNvSpPr/>
          <p:nvPr/>
        </p:nvSpPr>
        <p:spPr>
          <a:xfrm>
            <a:off x="6932446" y="2205990"/>
            <a:ext cx="1754354" cy="365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1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1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80F4BE-A77D-6191-95B4-DCD1F25E8377}"/>
              </a:ext>
            </a:extLst>
          </p:cNvPr>
          <p:cNvCxnSpPr>
            <a:cxnSpLocks/>
          </p:cNvCxnSpPr>
          <p:nvPr/>
        </p:nvCxnSpPr>
        <p:spPr>
          <a:xfrm>
            <a:off x="564150" y="2571750"/>
            <a:ext cx="0" cy="737006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36C59D-9A38-F4C0-71CD-B3E3531C963A}"/>
              </a:ext>
            </a:extLst>
          </p:cNvPr>
          <p:cNvCxnSpPr>
            <a:cxnSpLocks/>
          </p:cNvCxnSpPr>
          <p:nvPr/>
        </p:nvCxnSpPr>
        <p:spPr>
          <a:xfrm>
            <a:off x="2730691" y="2571750"/>
            <a:ext cx="0" cy="737006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7475DE-8AF3-E2AC-FD50-22E90086A3B1}"/>
              </a:ext>
            </a:extLst>
          </p:cNvPr>
          <p:cNvCxnSpPr>
            <a:cxnSpLocks/>
          </p:cNvCxnSpPr>
          <p:nvPr/>
        </p:nvCxnSpPr>
        <p:spPr>
          <a:xfrm>
            <a:off x="4877354" y="2571750"/>
            <a:ext cx="0" cy="737006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91F22A-0796-7E7C-5170-E57079B0B10E}"/>
              </a:ext>
            </a:extLst>
          </p:cNvPr>
          <p:cNvCxnSpPr>
            <a:cxnSpLocks/>
          </p:cNvCxnSpPr>
          <p:nvPr/>
        </p:nvCxnSpPr>
        <p:spPr>
          <a:xfrm>
            <a:off x="7043895" y="2571750"/>
            <a:ext cx="0" cy="737006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FE5DA7-1384-E08C-AF38-7391A3D72D16}"/>
              </a:ext>
            </a:extLst>
          </p:cNvPr>
          <p:cNvCxnSpPr>
            <a:cxnSpLocks/>
          </p:cNvCxnSpPr>
          <p:nvPr/>
        </p:nvCxnSpPr>
        <p:spPr>
          <a:xfrm>
            <a:off x="562920" y="2835253"/>
            <a:ext cx="1428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6B1922B-CCC0-C56B-E3E6-7B40E30DAE42}"/>
              </a:ext>
            </a:extLst>
          </p:cNvPr>
          <p:cNvCxnSpPr>
            <a:cxnSpLocks/>
          </p:cNvCxnSpPr>
          <p:nvPr/>
        </p:nvCxnSpPr>
        <p:spPr>
          <a:xfrm>
            <a:off x="562920" y="3308756"/>
            <a:ext cx="1428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438892F-280A-72B9-3D69-83371041777B}"/>
              </a:ext>
            </a:extLst>
          </p:cNvPr>
          <p:cNvCxnSpPr>
            <a:cxnSpLocks/>
          </p:cNvCxnSpPr>
          <p:nvPr/>
        </p:nvCxnSpPr>
        <p:spPr>
          <a:xfrm>
            <a:off x="2730691" y="2834625"/>
            <a:ext cx="1428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8FB7B4-2AAF-6180-0280-93B7231B20BF}"/>
              </a:ext>
            </a:extLst>
          </p:cNvPr>
          <p:cNvCxnSpPr>
            <a:cxnSpLocks/>
          </p:cNvCxnSpPr>
          <p:nvPr/>
        </p:nvCxnSpPr>
        <p:spPr>
          <a:xfrm>
            <a:off x="2730691" y="3308128"/>
            <a:ext cx="1428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C64C85E-E4C5-8EDF-9C51-1875D35438EB}"/>
              </a:ext>
            </a:extLst>
          </p:cNvPr>
          <p:cNvCxnSpPr>
            <a:cxnSpLocks/>
          </p:cNvCxnSpPr>
          <p:nvPr/>
        </p:nvCxnSpPr>
        <p:spPr>
          <a:xfrm>
            <a:off x="4882256" y="2833997"/>
            <a:ext cx="1428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3E209C-22A2-24D3-B9B5-466047856BC9}"/>
              </a:ext>
            </a:extLst>
          </p:cNvPr>
          <p:cNvCxnSpPr>
            <a:cxnSpLocks/>
          </p:cNvCxnSpPr>
          <p:nvPr/>
        </p:nvCxnSpPr>
        <p:spPr>
          <a:xfrm>
            <a:off x="4874912" y="3307500"/>
            <a:ext cx="1428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5D3398A-2A0A-C1BD-D556-A9444A2F2C2E}"/>
              </a:ext>
            </a:extLst>
          </p:cNvPr>
          <p:cNvCxnSpPr>
            <a:cxnSpLocks/>
          </p:cNvCxnSpPr>
          <p:nvPr/>
        </p:nvCxnSpPr>
        <p:spPr>
          <a:xfrm>
            <a:off x="7046355" y="2833369"/>
            <a:ext cx="1428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08230C-C541-CA99-F51E-9990EC390457}"/>
              </a:ext>
            </a:extLst>
          </p:cNvPr>
          <p:cNvCxnSpPr>
            <a:cxnSpLocks/>
          </p:cNvCxnSpPr>
          <p:nvPr/>
        </p:nvCxnSpPr>
        <p:spPr>
          <a:xfrm>
            <a:off x="7042683" y="3306872"/>
            <a:ext cx="14283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789DA21-CB7B-B82B-DC77-E0449D1A02CB}"/>
              </a:ext>
            </a:extLst>
          </p:cNvPr>
          <p:cNvSpPr/>
          <p:nvPr/>
        </p:nvSpPr>
        <p:spPr>
          <a:xfrm>
            <a:off x="2858814" y="2652373"/>
            <a:ext cx="153439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4495D4-1607-07D7-6783-0C28BDEB0021}"/>
              </a:ext>
            </a:extLst>
          </p:cNvPr>
          <p:cNvSpPr/>
          <p:nvPr/>
        </p:nvSpPr>
        <p:spPr>
          <a:xfrm>
            <a:off x="2858814" y="3098756"/>
            <a:ext cx="153439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71BDFC-BC7C-9544-E480-5656DFE07335}"/>
              </a:ext>
            </a:extLst>
          </p:cNvPr>
          <p:cNvSpPr/>
          <p:nvPr/>
        </p:nvSpPr>
        <p:spPr>
          <a:xfrm>
            <a:off x="4995672" y="2652373"/>
            <a:ext cx="153439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1AFC6B-296A-8212-51CD-1079C1270E29}"/>
              </a:ext>
            </a:extLst>
          </p:cNvPr>
          <p:cNvSpPr/>
          <p:nvPr/>
        </p:nvSpPr>
        <p:spPr>
          <a:xfrm>
            <a:off x="4995672" y="3098756"/>
            <a:ext cx="153439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4B16F4-7A5A-96FC-16FC-4276A8EE5E62}"/>
              </a:ext>
            </a:extLst>
          </p:cNvPr>
          <p:cNvSpPr/>
          <p:nvPr/>
        </p:nvSpPr>
        <p:spPr>
          <a:xfrm>
            <a:off x="7152408" y="2652373"/>
            <a:ext cx="153439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7710AB-9F1C-C48F-E07E-18120A7A8B4F}"/>
              </a:ext>
            </a:extLst>
          </p:cNvPr>
          <p:cNvSpPr/>
          <p:nvPr/>
        </p:nvSpPr>
        <p:spPr>
          <a:xfrm>
            <a:off x="7152408" y="3098756"/>
            <a:ext cx="1534392" cy="3657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0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18D339-2ECE-D4AA-F7DE-21A577FEA0FF}"/>
              </a:ext>
            </a:extLst>
          </p:cNvPr>
          <p:cNvSpPr/>
          <p:nvPr/>
        </p:nvSpPr>
        <p:spPr>
          <a:xfrm>
            <a:off x="2638852" y="2218709"/>
            <a:ext cx="1754354" cy="365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1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1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85C779-0BE2-1938-0582-781C4A3CC892}"/>
              </a:ext>
            </a:extLst>
          </p:cNvPr>
          <p:cNvSpPr/>
          <p:nvPr/>
        </p:nvSpPr>
        <p:spPr>
          <a:xfrm>
            <a:off x="4775710" y="2205990"/>
            <a:ext cx="1754354" cy="365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/>
          <a:p>
            <a:r>
              <a:rPr lang="en-US" sz="11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Name</a:t>
            </a:r>
          </a:p>
          <a:p>
            <a:r>
              <a:rPr lang="en-US" sz="11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Position / Title</a:t>
            </a:r>
          </a:p>
        </p:txBody>
      </p:sp>
    </p:spTree>
    <p:extLst>
      <p:ext uri="{BB962C8B-B14F-4D97-AF65-F5344CB8AC3E}">
        <p14:creationId xmlns:p14="http://schemas.microsoft.com/office/powerpoint/2010/main" val="1548582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68A272-9EC0-3C73-81EC-3CA99395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448CE-0A7F-4120-8F53-662686EFD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Utilize Microsoft icons where possible for consistency and ease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AA6F27-A776-6F67-6D9A-185E6A4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Iconography</a:t>
            </a:r>
          </a:p>
        </p:txBody>
      </p:sp>
      <p:pic>
        <p:nvPicPr>
          <p:cNvPr id="5" name="Graphic 4" descr="Zoom in outline">
            <a:extLst>
              <a:ext uri="{FF2B5EF4-FFF2-40B4-BE49-F238E27FC236}">
                <a16:creationId xmlns:a16="http://schemas.microsoft.com/office/drawing/2014/main" id="{19618AAD-7E39-8501-A8AF-F6F81C4D9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1836" y="3564732"/>
            <a:ext cx="274320" cy="274320"/>
          </a:xfrm>
          <a:prstGeom prst="rect">
            <a:avLst/>
          </a:prstGeom>
        </p:spPr>
      </p:pic>
      <p:pic>
        <p:nvPicPr>
          <p:cNvPr id="6" name="Graphic 5" descr="Zoom out outline">
            <a:extLst>
              <a:ext uri="{FF2B5EF4-FFF2-40B4-BE49-F238E27FC236}">
                <a16:creationId xmlns:a16="http://schemas.microsoft.com/office/drawing/2014/main" id="{5E843E67-4800-D2D1-6D28-94300B0AD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8393" y="3567561"/>
            <a:ext cx="274320" cy="2743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9E0A8C3-BC2D-20D1-87FA-F6722FEC0C48}"/>
              </a:ext>
            </a:extLst>
          </p:cNvPr>
          <p:cNvSpPr/>
          <p:nvPr/>
        </p:nvSpPr>
        <p:spPr>
          <a:xfrm>
            <a:off x="280265" y="2092771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Security</a:t>
            </a:r>
          </a:p>
        </p:txBody>
      </p:sp>
      <p:pic>
        <p:nvPicPr>
          <p:cNvPr id="9" name="Graphic 8" descr="Court outline">
            <a:extLst>
              <a:ext uri="{FF2B5EF4-FFF2-40B4-BE49-F238E27FC236}">
                <a16:creationId xmlns:a16="http://schemas.microsoft.com/office/drawing/2014/main" id="{BF45D32E-1B51-20F9-9D54-970AEACC6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265" y="2638639"/>
            <a:ext cx="274320" cy="274320"/>
          </a:xfrm>
          <a:prstGeom prst="rect">
            <a:avLst/>
          </a:prstGeom>
        </p:spPr>
      </p:pic>
      <p:pic>
        <p:nvPicPr>
          <p:cNvPr id="10" name="Graphic 9" descr="Gavel outline">
            <a:extLst>
              <a:ext uri="{FF2B5EF4-FFF2-40B4-BE49-F238E27FC236}">
                <a16:creationId xmlns:a16="http://schemas.microsoft.com/office/drawing/2014/main" id="{7DD9C1FB-76AA-84E7-23A4-6398BD89D1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568" y="2638639"/>
            <a:ext cx="274320" cy="274320"/>
          </a:xfrm>
          <a:prstGeom prst="rect">
            <a:avLst/>
          </a:prstGeom>
        </p:spPr>
      </p:pic>
      <p:pic>
        <p:nvPicPr>
          <p:cNvPr id="11" name="Graphic 10" descr="Key outline">
            <a:extLst>
              <a:ext uri="{FF2B5EF4-FFF2-40B4-BE49-F238E27FC236}">
                <a16:creationId xmlns:a16="http://schemas.microsoft.com/office/drawing/2014/main" id="{6F4AD7AB-79A9-E1DF-17BC-4B36963C40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2010" y="2638639"/>
            <a:ext cx="274320" cy="274320"/>
          </a:xfrm>
          <a:prstGeom prst="rect">
            <a:avLst/>
          </a:prstGeom>
        </p:spPr>
      </p:pic>
      <p:pic>
        <p:nvPicPr>
          <p:cNvPr id="12" name="Graphic 11" descr="Shield outline">
            <a:extLst>
              <a:ext uri="{FF2B5EF4-FFF2-40B4-BE49-F238E27FC236}">
                <a16:creationId xmlns:a16="http://schemas.microsoft.com/office/drawing/2014/main" id="{AFC28F6B-4E94-D7B3-D6A4-A5ECB9DDF8A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0265" y="2320354"/>
            <a:ext cx="274320" cy="274320"/>
          </a:xfrm>
          <a:prstGeom prst="rect">
            <a:avLst/>
          </a:prstGeom>
        </p:spPr>
      </p:pic>
      <p:pic>
        <p:nvPicPr>
          <p:cNvPr id="13" name="Graphic 12" descr="Shield Cross outline">
            <a:extLst>
              <a:ext uri="{FF2B5EF4-FFF2-40B4-BE49-F238E27FC236}">
                <a16:creationId xmlns:a16="http://schemas.microsoft.com/office/drawing/2014/main" id="{68EEDF24-9324-39D8-31A1-3F085E60D5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8568" y="2320354"/>
            <a:ext cx="274320" cy="274320"/>
          </a:xfrm>
          <a:prstGeom prst="rect">
            <a:avLst/>
          </a:prstGeom>
        </p:spPr>
      </p:pic>
      <p:pic>
        <p:nvPicPr>
          <p:cNvPr id="14" name="Graphic 13" descr="Shield Tick outline">
            <a:extLst>
              <a:ext uri="{FF2B5EF4-FFF2-40B4-BE49-F238E27FC236}">
                <a16:creationId xmlns:a16="http://schemas.microsoft.com/office/drawing/2014/main" id="{CA6D9344-D629-CF0F-6294-562A250AD06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2010" y="2320354"/>
            <a:ext cx="274320" cy="274320"/>
          </a:xfrm>
          <a:prstGeom prst="rect">
            <a:avLst/>
          </a:prstGeom>
        </p:spPr>
      </p:pic>
      <p:pic>
        <p:nvPicPr>
          <p:cNvPr id="15" name="Graphic 14" descr="Blind outline">
            <a:extLst>
              <a:ext uri="{FF2B5EF4-FFF2-40B4-BE49-F238E27FC236}">
                <a16:creationId xmlns:a16="http://schemas.microsoft.com/office/drawing/2014/main" id="{C8B72C9C-99A6-8F7C-32FE-A133388D141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65453" y="2320354"/>
            <a:ext cx="274320" cy="2743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8FB999D-BCF2-A8AD-5ED4-D6459EDDBD6D}"/>
              </a:ext>
            </a:extLst>
          </p:cNvPr>
          <p:cNvSpPr/>
          <p:nvPr/>
        </p:nvSpPr>
        <p:spPr>
          <a:xfrm>
            <a:off x="3696056" y="3038365"/>
            <a:ext cx="1193936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Growth</a:t>
            </a:r>
          </a:p>
        </p:txBody>
      </p:sp>
      <p:pic>
        <p:nvPicPr>
          <p:cNvPr id="17" name="Graphic 16" descr="Care outline">
            <a:extLst>
              <a:ext uri="{FF2B5EF4-FFF2-40B4-BE49-F238E27FC236}">
                <a16:creationId xmlns:a16="http://schemas.microsoft.com/office/drawing/2014/main" id="{1EB9B55A-51E8-98EF-747B-BDA9E085386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007434" y="3270455"/>
            <a:ext cx="274320" cy="274320"/>
          </a:xfrm>
          <a:prstGeom prst="rect">
            <a:avLst/>
          </a:prstGeom>
        </p:spPr>
      </p:pic>
      <p:pic>
        <p:nvPicPr>
          <p:cNvPr id="18" name="Graphic 17" descr="Leaf outline">
            <a:extLst>
              <a:ext uri="{FF2B5EF4-FFF2-40B4-BE49-F238E27FC236}">
                <a16:creationId xmlns:a16="http://schemas.microsoft.com/office/drawing/2014/main" id="{40C80E5E-F788-E02F-DA45-0F766FCB842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620511" y="3270455"/>
            <a:ext cx="274320" cy="274320"/>
          </a:xfrm>
          <a:prstGeom prst="rect">
            <a:avLst/>
          </a:prstGeom>
        </p:spPr>
      </p:pic>
      <p:pic>
        <p:nvPicPr>
          <p:cNvPr id="19" name="Graphic 18" descr="Open hand with plant outline">
            <a:extLst>
              <a:ext uri="{FF2B5EF4-FFF2-40B4-BE49-F238E27FC236}">
                <a16:creationId xmlns:a16="http://schemas.microsoft.com/office/drawing/2014/main" id="{2EB2D44B-3BEE-6E0E-A253-2B846F370A5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700895" y="3270455"/>
            <a:ext cx="274320" cy="274320"/>
          </a:xfrm>
          <a:prstGeom prst="rect">
            <a:avLst/>
          </a:prstGeom>
        </p:spPr>
      </p:pic>
      <p:pic>
        <p:nvPicPr>
          <p:cNvPr id="20" name="Graphic 19" descr="Plant outline">
            <a:extLst>
              <a:ext uri="{FF2B5EF4-FFF2-40B4-BE49-F238E27FC236}">
                <a16:creationId xmlns:a16="http://schemas.microsoft.com/office/drawing/2014/main" id="{8F20E90D-62AD-6913-7CC3-C1ED1641147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313973" y="3270455"/>
            <a:ext cx="274320" cy="27432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8F59A52-AD67-66EC-3956-5E0290B8C58F}"/>
              </a:ext>
            </a:extLst>
          </p:cNvPr>
          <p:cNvSpPr/>
          <p:nvPr/>
        </p:nvSpPr>
        <p:spPr>
          <a:xfrm>
            <a:off x="3703120" y="1169238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Comms</a:t>
            </a:r>
          </a:p>
        </p:txBody>
      </p:sp>
      <p:pic>
        <p:nvPicPr>
          <p:cNvPr id="22" name="Graphic 21" descr="Envelope outline">
            <a:extLst>
              <a:ext uri="{FF2B5EF4-FFF2-40B4-BE49-F238E27FC236}">
                <a16:creationId xmlns:a16="http://schemas.microsoft.com/office/drawing/2014/main" id="{E9D6EA93-35A0-6B30-D96D-934B0F13836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703120" y="1424064"/>
            <a:ext cx="274320" cy="274320"/>
          </a:xfrm>
          <a:prstGeom prst="rect">
            <a:avLst/>
          </a:prstGeom>
        </p:spPr>
      </p:pic>
      <p:pic>
        <p:nvPicPr>
          <p:cNvPr id="23" name="Graphic 22" descr="Inbox outline">
            <a:extLst>
              <a:ext uri="{FF2B5EF4-FFF2-40B4-BE49-F238E27FC236}">
                <a16:creationId xmlns:a16="http://schemas.microsoft.com/office/drawing/2014/main" id="{2027A7F9-DDE7-6C7A-881A-36C0D96DFD4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613447" y="1424064"/>
            <a:ext cx="274320" cy="274320"/>
          </a:xfrm>
          <a:prstGeom prst="rect">
            <a:avLst/>
          </a:prstGeom>
        </p:spPr>
      </p:pic>
      <p:pic>
        <p:nvPicPr>
          <p:cNvPr id="24" name="Graphic 23" descr="Inbox Check outline">
            <a:extLst>
              <a:ext uri="{FF2B5EF4-FFF2-40B4-BE49-F238E27FC236}">
                <a16:creationId xmlns:a16="http://schemas.microsoft.com/office/drawing/2014/main" id="{58F0D1E5-4BB1-E57E-5339-05277FC1220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310004" y="1424064"/>
            <a:ext cx="274320" cy="274320"/>
          </a:xfrm>
          <a:prstGeom prst="rect">
            <a:avLst/>
          </a:prstGeom>
        </p:spPr>
      </p:pic>
      <p:pic>
        <p:nvPicPr>
          <p:cNvPr id="25" name="Graphic 24" descr="Open envelope outline">
            <a:extLst>
              <a:ext uri="{FF2B5EF4-FFF2-40B4-BE49-F238E27FC236}">
                <a16:creationId xmlns:a16="http://schemas.microsoft.com/office/drawing/2014/main" id="{428A21FA-8234-7622-732F-F0EA59FB419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006562" y="1424064"/>
            <a:ext cx="274320" cy="27432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8CA2877-5511-C303-91A5-AD0E6C2495AD}"/>
              </a:ext>
            </a:extLst>
          </p:cNvPr>
          <p:cNvSpPr/>
          <p:nvPr/>
        </p:nvSpPr>
        <p:spPr>
          <a:xfrm>
            <a:off x="2033362" y="4016937"/>
            <a:ext cx="1161748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Reference</a:t>
            </a:r>
          </a:p>
        </p:txBody>
      </p:sp>
      <p:pic>
        <p:nvPicPr>
          <p:cNvPr id="27" name="Graphic 26" descr="Books outline">
            <a:extLst>
              <a:ext uri="{FF2B5EF4-FFF2-40B4-BE49-F238E27FC236}">
                <a16:creationId xmlns:a16="http://schemas.microsoft.com/office/drawing/2014/main" id="{A1DE7BBC-D6B2-17EA-7284-4AF0EF210EC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022618" y="4259630"/>
            <a:ext cx="274320" cy="274320"/>
          </a:xfrm>
          <a:prstGeom prst="rect">
            <a:avLst/>
          </a:prstGeom>
        </p:spPr>
      </p:pic>
      <p:pic>
        <p:nvPicPr>
          <p:cNvPr id="28" name="Graphic 27" descr="Books on shelf outline">
            <a:extLst>
              <a:ext uri="{FF2B5EF4-FFF2-40B4-BE49-F238E27FC236}">
                <a16:creationId xmlns:a16="http://schemas.microsoft.com/office/drawing/2014/main" id="{33608AAA-CA80-3A2D-7AEC-BA4F4CD7BEE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318427" y="4259630"/>
            <a:ext cx="274320" cy="274320"/>
          </a:xfrm>
          <a:prstGeom prst="rect">
            <a:avLst/>
          </a:prstGeom>
        </p:spPr>
      </p:pic>
      <p:pic>
        <p:nvPicPr>
          <p:cNvPr id="29" name="Graphic 28" descr="Folder outline">
            <a:extLst>
              <a:ext uri="{FF2B5EF4-FFF2-40B4-BE49-F238E27FC236}">
                <a16:creationId xmlns:a16="http://schemas.microsoft.com/office/drawing/2014/main" id="{2ED28DF4-BF44-20F0-1057-1E4235A60B3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910046" y="4259630"/>
            <a:ext cx="274320" cy="274320"/>
          </a:xfrm>
          <a:prstGeom prst="rect">
            <a:avLst/>
          </a:prstGeom>
        </p:spPr>
      </p:pic>
      <p:pic>
        <p:nvPicPr>
          <p:cNvPr id="30" name="Graphic 29" descr="Open book outline">
            <a:extLst>
              <a:ext uri="{FF2B5EF4-FFF2-40B4-BE49-F238E27FC236}">
                <a16:creationId xmlns:a16="http://schemas.microsoft.com/office/drawing/2014/main" id="{EC6D14DC-4470-81B9-54AE-53107C30CC2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614236" y="4259630"/>
            <a:ext cx="274320" cy="274320"/>
          </a:xfrm>
          <a:prstGeom prst="rect">
            <a:avLst/>
          </a:prstGeom>
        </p:spPr>
      </p:pic>
      <p:pic>
        <p:nvPicPr>
          <p:cNvPr id="31" name="Graphic 30" descr="Open folder outline">
            <a:extLst>
              <a:ext uri="{FF2B5EF4-FFF2-40B4-BE49-F238E27FC236}">
                <a16:creationId xmlns:a16="http://schemas.microsoft.com/office/drawing/2014/main" id="{41C5153E-8C5F-D11E-592F-D417939B693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022618" y="4567322"/>
            <a:ext cx="274320" cy="27432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74E75F1-EA2E-E1C2-CB48-BADDFC6A3CB2}"/>
              </a:ext>
            </a:extLst>
          </p:cNvPr>
          <p:cNvSpPr/>
          <p:nvPr/>
        </p:nvSpPr>
        <p:spPr>
          <a:xfrm>
            <a:off x="280265" y="4016937"/>
            <a:ext cx="1161748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Lists &amp; Docs</a:t>
            </a:r>
          </a:p>
        </p:txBody>
      </p:sp>
      <p:pic>
        <p:nvPicPr>
          <p:cNvPr id="33" name="Graphic 32" descr="Checklist outline">
            <a:extLst>
              <a:ext uri="{FF2B5EF4-FFF2-40B4-BE49-F238E27FC236}">
                <a16:creationId xmlns:a16="http://schemas.microsoft.com/office/drawing/2014/main" id="{1283A4CB-1290-407D-0DB7-A3BECC5701A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80265" y="4567322"/>
            <a:ext cx="274320" cy="274320"/>
          </a:xfrm>
          <a:prstGeom prst="rect">
            <a:avLst/>
          </a:prstGeom>
        </p:spPr>
      </p:pic>
      <p:pic>
        <p:nvPicPr>
          <p:cNvPr id="34" name="Graphic 33" descr="Clipboard outline">
            <a:extLst>
              <a:ext uri="{FF2B5EF4-FFF2-40B4-BE49-F238E27FC236}">
                <a16:creationId xmlns:a16="http://schemas.microsoft.com/office/drawing/2014/main" id="{8B782915-7BA1-CAF1-AF3A-9D44B3DCC594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52762" y="4567322"/>
            <a:ext cx="274320" cy="274320"/>
          </a:xfrm>
          <a:prstGeom prst="rect">
            <a:avLst/>
          </a:prstGeom>
        </p:spPr>
      </p:pic>
      <p:pic>
        <p:nvPicPr>
          <p:cNvPr id="35" name="Graphic 34" descr="Clipboard All Crosses outline">
            <a:extLst>
              <a:ext uri="{FF2B5EF4-FFF2-40B4-BE49-F238E27FC236}">
                <a16:creationId xmlns:a16="http://schemas.microsoft.com/office/drawing/2014/main" id="{DD68AD8E-20C4-A9A9-EF2E-F356B8DE8DE1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48571" y="4567322"/>
            <a:ext cx="274320" cy="274320"/>
          </a:xfrm>
          <a:prstGeom prst="rect">
            <a:avLst/>
          </a:prstGeom>
        </p:spPr>
      </p:pic>
      <p:pic>
        <p:nvPicPr>
          <p:cNvPr id="36" name="Graphic 35" descr="Clipboard Checked outline">
            <a:extLst>
              <a:ext uri="{FF2B5EF4-FFF2-40B4-BE49-F238E27FC236}">
                <a16:creationId xmlns:a16="http://schemas.microsoft.com/office/drawing/2014/main" id="{21FA71E3-F46D-D6EE-15BB-E8DD67D861B4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144381" y="4567322"/>
            <a:ext cx="274320" cy="274320"/>
          </a:xfrm>
          <a:prstGeom prst="rect">
            <a:avLst/>
          </a:prstGeom>
        </p:spPr>
      </p:pic>
      <p:pic>
        <p:nvPicPr>
          <p:cNvPr id="37" name="Graphic 36" descr="Document outline">
            <a:extLst>
              <a:ext uri="{FF2B5EF4-FFF2-40B4-BE49-F238E27FC236}">
                <a16:creationId xmlns:a16="http://schemas.microsoft.com/office/drawing/2014/main" id="{37DD6768-7087-4E8B-3447-C2C9E8D4DD7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52762" y="4259630"/>
            <a:ext cx="274320" cy="274320"/>
          </a:xfrm>
          <a:prstGeom prst="rect">
            <a:avLst/>
          </a:prstGeom>
        </p:spPr>
      </p:pic>
      <p:pic>
        <p:nvPicPr>
          <p:cNvPr id="38" name="Graphic 37" descr="List outline">
            <a:extLst>
              <a:ext uri="{FF2B5EF4-FFF2-40B4-BE49-F238E27FC236}">
                <a16:creationId xmlns:a16="http://schemas.microsoft.com/office/drawing/2014/main" id="{7BFA54D2-3783-65B6-AB71-97A78F16014A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280265" y="4259630"/>
            <a:ext cx="274320" cy="274320"/>
          </a:xfrm>
          <a:prstGeom prst="rect">
            <a:avLst/>
          </a:prstGeom>
        </p:spPr>
      </p:pic>
      <p:pic>
        <p:nvPicPr>
          <p:cNvPr id="39" name="Graphic 38" descr="Paper outline">
            <a:extLst>
              <a:ext uri="{FF2B5EF4-FFF2-40B4-BE49-F238E27FC236}">
                <a16:creationId xmlns:a16="http://schemas.microsoft.com/office/drawing/2014/main" id="{AD881DF7-0005-2411-5773-4174946AA34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48571" y="4259630"/>
            <a:ext cx="274320" cy="274320"/>
          </a:xfrm>
          <a:prstGeom prst="rect">
            <a:avLst/>
          </a:prstGeom>
        </p:spPr>
      </p:pic>
      <p:pic>
        <p:nvPicPr>
          <p:cNvPr id="40" name="Graphic 39" descr="Postit Notes outline">
            <a:extLst>
              <a:ext uri="{FF2B5EF4-FFF2-40B4-BE49-F238E27FC236}">
                <a16:creationId xmlns:a16="http://schemas.microsoft.com/office/drawing/2014/main" id="{7E86908D-3610-C49A-D5AA-B6DE0D53C441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44381" y="4259630"/>
            <a:ext cx="274320" cy="27432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39868E06-F6DC-BE4E-E16A-0A856D6F1E24}"/>
              </a:ext>
            </a:extLst>
          </p:cNvPr>
          <p:cNvSpPr/>
          <p:nvPr/>
        </p:nvSpPr>
        <p:spPr>
          <a:xfrm>
            <a:off x="280265" y="3038365"/>
            <a:ext cx="1161748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Time &amp; Cal</a:t>
            </a:r>
          </a:p>
        </p:txBody>
      </p:sp>
      <p:pic>
        <p:nvPicPr>
          <p:cNvPr id="42" name="Graphic 41" descr="Clock outline">
            <a:extLst>
              <a:ext uri="{FF2B5EF4-FFF2-40B4-BE49-F238E27FC236}">
                <a16:creationId xmlns:a16="http://schemas.microsoft.com/office/drawing/2014/main" id="{DFA452F9-C943-E317-2118-A9E15DBB8649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61782" y="3272054"/>
            <a:ext cx="274320" cy="274320"/>
          </a:xfrm>
          <a:prstGeom prst="rect">
            <a:avLst/>
          </a:prstGeom>
        </p:spPr>
      </p:pic>
      <p:pic>
        <p:nvPicPr>
          <p:cNvPr id="43" name="Graphic 42" descr="Hourglass Finished outline">
            <a:extLst>
              <a:ext uri="{FF2B5EF4-FFF2-40B4-BE49-F238E27FC236}">
                <a16:creationId xmlns:a16="http://schemas.microsoft.com/office/drawing/2014/main" id="{723A7DBB-4125-A083-818A-4AECED0928B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168667" y="3272054"/>
            <a:ext cx="274320" cy="274320"/>
          </a:xfrm>
          <a:prstGeom prst="rect">
            <a:avLst/>
          </a:prstGeom>
        </p:spPr>
      </p:pic>
      <p:pic>
        <p:nvPicPr>
          <p:cNvPr id="44" name="Graphic 43" descr="Speedometer Middle outline">
            <a:extLst>
              <a:ext uri="{FF2B5EF4-FFF2-40B4-BE49-F238E27FC236}">
                <a16:creationId xmlns:a16="http://schemas.microsoft.com/office/drawing/2014/main" id="{D73ECCBD-F66C-654B-263F-9CF248A61D3B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280265" y="3272054"/>
            <a:ext cx="274320" cy="274320"/>
          </a:xfrm>
          <a:prstGeom prst="rect">
            <a:avLst/>
          </a:prstGeom>
        </p:spPr>
      </p:pic>
      <p:pic>
        <p:nvPicPr>
          <p:cNvPr id="45" name="Graphic 44" descr="Stopwatch outline">
            <a:extLst>
              <a:ext uri="{FF2B5EF4-FFF2-40B4-BE49-F238E27FC236}">
                <a16:creationId xmlns:a16="http://schemas.microsoft.com/office/drawing/2014/main" id="{9CB3284A-1CA1-8AEC-B72E-DBD9E66F3F3B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865224" y="3272054"/>
            <a:ext cx="283113" cy="283112"/>
          </a:xfrm>
          <a:prstGeom prst="rect">
            <a:avLst/>
          </a:prstGeom>
        </p:spPr>
      </p:pic>
      <p:pic>
        <p:nvPicPr>
          <p:cNvPr id="46" name="Graphic 45" descr="Daily calendar outline">
            <a:extLst>
              <a:ext uri="{FF2B5EF4-FFF2-40B4-BE49-F238E27FC236}">
                <a16:creationId xmlns:a16="http://schemas.microsoft.com/office/drawing/2014/main" id="{62EB9979-9BF8-6573-70C7-B4D61C846282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168667" y="3602648"/>
            <a:ext cx="274320" cy="274320"/>
          </a:xfrm>
          <a:prstGeom prst="rect">
            <a:avLst/>
          </a:prstGeom>
        </p:spPr>
      </p:pic>
      <p:pic>
        <p:nvPicPr>
          <p:cNvPr id="47" name="Graphic 46" descr="Flip calendar outline">
            <a:extLst>
              <a:ext uri="{FF2B5EF4-FFF2-40B4-BE49-F238E27FC236}">
                <a16:creationId xmlns:a16="http://schemas.microsoft.com/office/drawing/2014/main" id="{55A31BC5-9F49-E4B5-E18D-01A38C39E8B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280265" y="3602648"/>
            <a:ext cx="274320" cy="274320"/>
          </a:xfrm>
          <a:prstGeom prst="rect">
            <a:avLst/>
          </a:prstGeom>
        </p:spPr>
      </p:pic>
      <p:pic>
        <p:nvPicPr>
          <p:cNvPr id="48" name="Graphic 47" descr="Gantt Chart outline">
            <a:extLst>
              <a:ext uri="{FF2B5EF4-FFF2-40B4-BE49-F238E27FC236}">
                <a16:creationId xmlns:a16="http://schemas.microsoft.com/office/drawing/2014/main" id="{B320FBE5-1E3A-B5D3-C3C8-7EB0AC38FB9D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865224" y="3602648"/>
            <a:ext cx="274320" cy="274320"/>
          </a:xfrm>
          <a:prstGeom prst="rect">
            <a:avLst/>
          </a:prstGeom>
        </p:spPr>
      </p:pic>
      <p:pic>
        <p:nvPicPr>
          <p:cNvPr id="49" name="Graphic 48" descr="Monthly calendar outline">
            <a:extLst>
              <a:ext uri="{FF2B5EF4-FFF2-40B4-BE49-F238E27FC236}">
                <a16:creationId xmlns:a16="http://schemas.microsoft.com/office/drawing/2014/main" id="{1BB65ABB-3063-0628-CE69-E4DAB099B684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561782" y="3602648"/>
            <a:ext cx="274320" cy="27432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8B86485-B8F7-D0AE-BF23-477E6D2CBFA8}"/>
              </a:ext>
            </a:extLst>
          </p:cNvPr>
          <p:cNvSpPr/>
          <p:nvPr/>
        </p:nvSpPr>
        <p:spPr>
          <a:xfrm>
            <a:off x="2016540" y="1169238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Wayfinding</a:t>
            </a:r>
          </a:p>
        </p:txBody>
      </p:sp>
      <p:pic>
        <p:nvPicPr>
          <p:cNvPr id="51" name="Graphic 50" descr="Bullseye outline">
            <a:extLst>
              <a:ext uri="{FF2B5EF4-FFF2-40B4-BE49-F238E27FC236}">
                <a16:creationId xmlns:a16="http://schemas.microsoft.com/office/drawing/2014/main" id="{5B9DD318-9908-90EA-6717-DC8140377F98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2016540" y="1424064"/>
            <a:ext cx="274320" cy="274320"/>
          </a:xfrm>
          <a:prstGeom prst="rect">
            <a:avLst/>
          </a:prstGeom>
        </p:spPr>
      </p:pic>
      <p:pic>
        <p:nvPicPr>
          <p:cNvPr id="52" name="Graphic 51" descr="Map with pin outline">
            <a:extLst>
              <a:ext uri="{FF2B5EF4-FFF2-40B4-BE49-F238E27FC236}">
                <a16:creationId xmlns:a16="http://schemas.microsoft.com/office/drawing/2014/main" id="{33166442-DF1E-ACD9-4FA6-D84330600D1E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2319982" y="1424064"/>
            <a:ext cx="274320" cy="274320"/>
          </a:xfrm>
          <a:prstGeom prst="rect">
            <a:avLst/>
          </a:prstGeom>
        </p:spPr>
      </p:pic>
      <p:pic>
        <p:nvPicPr>
          <p:cNvPr id="53" name="Graphic 52" descr="Marker outline">
            <a:extLst>
              <a:ext uri="{FF2B5EF4-FFF2-40B4-BE49-F238E27FC236}">
                <a16:creationId xmlns:a16="http://schemas.microsoft.com/office/drawing/2014/main" id="{A7382708-FF23-9023-F57E-9B78ABC3F335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2926867" y="1424064"/>
            <a:ext cx="274320" cy="274320"/>
          </a:xfrm>
          <a:prstGeom prst="rect">
            <a:avLst/>
          </a:prstGeom>
        </p:spPr>
      </p:pic>
      <p:pic>
        <p:nvPicPr>
          <p:cNvPr id="54" name="Graphic 53" descr="Route (Two Pins With A Path) outline">
            <a:extLst>
              <a:ext uri="{FF2B5EF4-FFF2-40B4-BE49-F238E27FC236}">
                <a16:creationId xmlns:a16="http://schemas.microsoft.com/office/drawing/2014/main" id="{17FFF169-A8FE-8132-20F1-558C1583ECA4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2623424" y="1424064"/>
            <a:ext cx="274320" cy="274320"/>
          </a:xfrm>
          <a:prstGeom prst="rect">
            <a:avLst/>
          </a:prstGeom>
        </p:spPr>
      </p:pic>
      <p:pic>
        <p:nvPicPr>
          <p:cNvPr id="55" name="Graphic 54" descr="Blueprint outline">
            <a:extLst>
              <a:ext uri="{FF2B5EF4-FFF2-40B4-BE49-F238E27FC236}">
                <a16:creationId xmlns:a16="http://schemas.microsoft.com/office/drawing/2014/main" id="{14D0D3C1-F680-9488-23DD-BC4E7AE34974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2016540" y="1696102"/>
            <a:ext cx="274320" cy="27432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5E8DCC99-84FA-A0A4-74DB-901039C2FB76}"/>
              </a:ext>
            </a:extLst>
          </p:cNvPr>
          <p:cNvSpPr/>
          <p:nvPr/>
        </p:nvSpPr>
        <p:spPr>
          <a:xfrm>
            <a:off x="3703120" y="2092771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Ideas</a:t>
            </a:r>
          </a:p>
        </p:txBody>
      </p:sp>
      <p:pic>
        <p:nvPicPr>
          <p:cNvPr id="57" name="Graphic 56" descr="Lightbulb outline">
            <a:extLst>
              <a:ext uri="{FF2B5EF4-FFF2-40B4-BE49-F238E27FC236}">
                <a16:creationId xmlns:a16="http://schemas.microsoft.com/office/drawing/2014/main" id="{CCBFCB5B-D8A9-A69A-7BFD-9F44F44A2670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3703120" y="2320354"/>
            <a:ext cx="274320" cy="274320"/>
          </a:xfrm>
          <a:prstGeom prst="rect">
            <a:avLst/>
          </a:prstGeom>
        </p:spPr>
      </p:pic>
      <p:pic>
        <p:nvPicPr>
          <p:cNvPr id="58" name="Graphic 57" descr="Lightning bolt outline">
            <a:extLst>
              <a:ext uri="{FF2B5EF4-FFF2-40B4-BE49-F238E27FC236}">
                <a16:creationId xmlns:a16="http://schemas.microsoft.com/office/drawing/2014/main" id="{3E3D2C58-640A-11BF-73C8-143E1B28E4BA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4310004" y="2320354"/>
            <a:ext cx="274320" cy="274320"/>
          </a:xfrm>
          <a:prstGeom prst="rect">
            <a:avLst/>
          </a:prstGeom>
        </p:spPr>
      </p:pic>
      <p:pic>
        <p:nvPicPr>
          <p:cNvPr id="59" name="Graphic 58" descr="Lights On outline">
            <a:extLst>
              <a:ext uri="{FF2B5EF4-FFF2-40B4-BE49-F238E27FC236}">
                <a16:creationId xmlns:a16="http://schemas.microsoft.com/office/drawing/2014/main" id="{16857A88-2CAE-2468-0936-A74C7FEB6279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4006562" y="2320354"/>
            <a:ext cx="274320" cy="274320"/>
          </a:xfrm>
          <a:prstGeom prst="rect">
            <a:avLst/>
          </a:prstGeom>
        </p:spPr>
      </p:pic>
      <p:pic>
        <p:nvPicPr>
          <p:cNvPr id="60" name="Graphic 59" descr="Head with gears outline">
            <a:extLst>
              <a:ext uri="{FF2B5EF4-FFF2-40B4-BE49-F238E27FC236}">
                <a16:creationId xmlns:a16="http://schemas.microsoft.com/office/drawing/2014/main" id="{EDE24A98-4148-6F67-E84D-53F4BAD86C43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4613447" y="2320354"/>
            <a:ext cx="274320" cy="274320"/>
          </a:xfrm>
          <a:prstGeom prst="rect">
            <a:avLst/>
          </a:prstGeom>
        </p:spPr>
      </p:pic>
      <p:pic>
        <p:nvPicPr>
          <p:cNvPr id="61" name="Graphic 60" descr="Folder Search outline">
            <a:extLst>
              <a:ext uri="{FF2B5EF4-FFF2-40B4-BE49-F238E27FC236}">
                <a16:creationId xmlns:a16="http://schemas.microsoft.com/office/drawing/2014/main" id="{5A807523-9222-F74D-532A-6B9A89B6D194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2623424" y="3272054"/>
            <a:ext cx="274320" cy="274320"/>
          </a:xfrm>
          <a:prstGeom prst="rect">
            <a:avLst/>
          </a:prstGeom>
        </p:spPr>
      </p:pic>
      <p:pic>
        <p:nvPicPr>
          <p:cNvPr id="62" name="Graphic 61" descr="Magnifying glass outline">
            <a:extLst>
              <a:ext uri="{FF2B5EF4-FFF2-40B4-BE49-F238E27FC236}">
                <a16:creationId xmlns:a16="http://schemas.microsoft.com/office/drawing/2014/main" id="{8201BDDB-E27D-ED0A-2A3D-98405881B87C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2319982" y="3272054"/>
            <a:ext cx="274320" cy="274320"/>
          </a:xfrm>
          <a:prstGeom prst="rect">
            <a:avLst/>
          </a:prstGeom>
        </p:spPr>
      </p:pic>
      <p:pic>
        <p:nvPicPr>
          <p:cNvPr id="63" name="Graphic 62" descr="Research outline">
            <a:extLst>
              <a:ext uri="{FF2B5EF4-FFF2-40B4-BE49-F238E27FC236}">
                <a16:creationId xmlns:a16="http://schemas.microsoft.com/office/drawing/2014/main" id="{C911AB93-DB2A-F608-0AA2-14B5E1E39675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2016540" y="3272054"/>
            <a:ext cx="274320" cy="274320"/>
          </a:xfrm>
          <a:prstGeom prst="rect">
            <a:avLst/>
          </a:prstGeom>
        </p:spPr>
      </p:pic>
      <p:pic>
        <p:nvPicPr>
          <p:cNvPr id="64" name="Graphic 63" descr="Settings outline">
            <a:extLst>
              <a:ext uri="{FF2B5EF4-FFF2-40B4-BE49-F238E27FC236}">
                <a16:creationId xmlns:a16="http://schemas.microsoft.com/office/drawing/2014/main" id="{01A44334-BD7A-40E1-7986-AB3CC5BA5F3D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2016540" y="3572733"/>
            <a:ext cx="274320" cy="274320"/>
          </a:xfrm>
          <a:prstGeom prst="rect">
            <a:avLst/>
          </a:prstGeom>
        </p:spPr>
      </p:pic>
      <p:pic>
        <p:nvPicPr>
          <p:cNvPr id="65" name="Graphic 64" descr="Filter outline">
            <a:extLst>
              <a:ext uri="{FF2B5EF4-FFF2-40B4-BE49-F238E27FC236}">
                <a16:creationId xmlns:a16="http://schemas.microsoft.com/office/drawing/2014/main" id="{BEE828C4-DA0C-4F04-8389-6193200CE972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2926867" y="3272054"/>
            <a:ext cx="274320" cy="27432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A33FA24E-6608-32AA-4DD1-B31D29D0CA77}"/>
              </a:ext>
            </a:extLst>
          </p:cNvPr>
          <p:cNvSpPr/>
          <p:nvPr/>
        </p:nvSpPr>
        <p:spPr>
          <a:xfrm>
            <a:off x="2016540" y="3038365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Search  / Filter</a:t>
            </a:r>
          </a:p>
        </p:txBody>
      </p:sp>
      <p:pic>
        <p:nvPicPr>
          <p:cNvPr id="67" name="Graphic 66" descr="Comment Dislike outline">
            <a:extLst>
              <a:ext uri="{FF2B5EF4-FFF2-40B4-BE49-F238E27FC236}">
                <a16:creationId xmlns:a16="http://schemas.microsoft.com/office/drawing/2014/main" id="{1BFA5649-7B32-5B2A-0EA7-82BFDF849247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280265" y="1424064"/>
            <a:ext cx="274320" cy="274320"/>
          </a:xfrm>
          <a:prstGeom prst="rect">
            <a:avLst/>
          </a:prstGeom>
        </p:spPr>
      </p:pic>
      <p:pic>
        <p:nvPicPr>
          <p:cNvPr id="68" name="Graphic 67" descr="Comment Heart outline">
            <a:extLst>
              <a:ext uri="{FF2B5EF4-FFF2-40B4-BE49-F238E27FC236}">
                <a16:creationId xmlns:a16="http://schemas.microsoft.com/office/drawing/2014/main" id="{275C5FB7-C483-CD90-F135-BF02010F33C5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83707" y="1424064"/>
            <a:ext cx="274320" cy="274320"/>
          </a:xfrm>
          <a:prstGeom prst="rect">
            <a:avLst/>
          </a:prstGeom>
        </p:spPr>
      </p:pic>
      <p:pic>
        <p:nvPicPr>
          <p:cNvPr id="69" name="Graphic 68" descr="Comment Important outline">
            <a:extLst>
              <a:ext uri="{FF2B5EF4-FFF2-40B4-BE49-F238E27FC236}">
                <a16:creationId xmlns:a16="http://schemas.microsoft.com/office/drawing/2014/main" id="{9A12FCDF-8AE8-2B1B-E417-170DD3344BEC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887149" y="1424064"/>
            <a:ext cx="274320" cy="274320"/>
          </a:xfrm>
          <a:prstGeom prst="rect">
            <a:avLst/>
          </a:prstGeom>
        </p:spPr>
      </p:pic>
      <p:pic>
        <p:nvPicPr>
          <p:cNvPr id="70" name="Graphic 69" descr="Diamond outline">
            <a:extLst>
              <a:ext uri="{FF2B5EF4-FFF2-40B4-BE49-F238E27FC236}">
                <a16:creationId xmlns:a16="http://schemas.microsoft.com/office/drawing/2014/main" id="{908E019E-F15E-407F-78A6-DF8EAECF8D6E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280265" y="1696102"/>
            <a:ext cx="274320" cy="274320"/>
          </a:xfrm>
          <a:prstGeom prst="rect">
            <a:avLst/>
          </a:prstGeom>
        </p:spPr>
      </p:pic>
      <p:pic>
        <p:nvPicPr>
          <p:cNvPr id="71" name="Graphic 70" descr="Heart outline">
            <a:extLst>
              <a:ext uri="{FF2B5EF4-FFF2-40B4-BE49-F238E27FC236}">
                <a16:creationId xmlns:a16="http://schemas.microsoft.com/office/drawing/2014/main" id="{C177C068-F7BB-CFA9-C2E0-DE973B2316A9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1190592" y="1424064"/>
            <a:ext cx="274320" cy="274320"/>
          </a:xfrm>
          <a:prstGeom prst="rect">
            <a:avLst/>
          </a:prstGeom>
        </p:spPr>
      </p:pic>
      <p:pic>
        <p:nvPicPr>
          <p:cNvPr id="72" name="Graphic 71" descr="Megaphone outline">
            <a:extLst>
              <a:ext uri="{FF2B5EF4-FFF2-40B4-BE49-F238E27FC236}">
                <a16:creationId xmlns:a16="http://schemas.microsoft.com/office/drawing/2014/main" id="{FAC6C3FD-92ED-73BF-4197-B2B6FB6A00CC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583707" y="1696102"/>
            <a:ext cx="274320" cy="27432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ABA47DD8-A415-BCA4-1317-81D3C6DE345C}"/>
              </a:ext>
            </a:extLst>
          </p:cNvPr>
          <p:cNvSpPr/>
          <p:nvPr/>
        </p:nvSpPr>
        <p:spPr>
          <a:xfrm>
            <a:off x="280265" y="1169238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Sentiment</a:t>
            </a:r>
          </a:p>
        </p:txBody>
      </p:sp>
      <p:pic>
        <p:nvPicPr>
          <p:cNvPr id="74" name="Graphic 73" descr="New outline">
            <a:extLst>
              <a:ext uri="{FF2B5EF4-FFF2-40B4-BE49-F238E27FC236}">
                <a16:creationId xmlns:a16="http://schemas.microsoft.com/office/drawing/2014/main" id="{1653188F-ABCA-6185-D90C-CC0C94F858F6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887149" y="1696102"/>
            <a:ext cx="274320" cy="274320"/>
          </a:xfrm>
          <a:prstGeom prst="rect">
            <a:avLst/>
          </a:prstGeom>
        </p:spPr>
      </p:pic>
      <p:pic>
        <p:nvPicPr>
          <p:cNvPr id="75" name="Graphic 74" descr="Star outline">
            <a:extLst>
              <a:ext uri="{FF2B5EF4-FFF2-40B4-BE49-F238E27FC236}">
                <a16:creationId xmlns:a16="http://schemas.microsoft.com/office/drawing/2014/main" id="{17AA7313-A171-F146-E491-AFF484F62588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1190592" y="1696102"/>
            <a:ext cx="274320" cy="274320"/>
          </a:xfrm>
          <a:prstGeom prst="rect">
            <a:avLst/>
          </a:prstGeom>
        </p:spPr>
      </p:pic>
      <p:pic>
        <p:nvPicPr>
          <p:cNvPr id="76" name="Graphic 75" descr="Label outline">
            <a:extLst>
              <a:ext uri="{FF2B5EF4-FFF2-40B4-BE49-F238E27FC236}">
                <a16:creationId xmlns:a16="http://schemas.microsoft.com/office/drawing/2014/main" id="{2B6A469D-331F-2EE6-71D5-2FA1501AF6AC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4310004" y="4259630"/>
            <a:ext cx="274320" cy="274320"/>
          </a:xfrm>
          <a:prstGeom prst="rect">
            <a:avLst/>
          </a:prstGeom>
        </p:spPr>
      </p:pic>
      <p:pic>
        <p:nvPicPr>
          <p:cNvPr id="77" name="Graphic 76" descr="Shopping bag outline">
            <a:extLst>
              <a:ext uri="{FF2B5EF4-FFF2-40B4-BE49-F238E27FC236}">
                <a16:creationId xmlns:a16="http://schemas.microsoft.com/office/drawing/2014/main" id="{2605336C-4335-4FB5-EDBA-56745A79588C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4613447" y="4259630"/>
            <a:ext cx="274320" cy="274320"/>
          </a:xfrm>
          <a:prstGeom prst="rect">
            <a:avLst/>
          </a:prstGeom>
        </p:spPr>
      </p:pic>
      <p:pic>
        <p:nvPicPr>
          <p:cNvPr id="78" name="Graphic 77" descr="Shopping basket outline">
            <a:extLst>
              <a:ext uri="{FF2B5EF4-FFF2-40B4-BE49-F238E27FC236}">
                <a16:creationId xmlns:a16="http://schemas.microsoft.com/office/drawing/2014/main" id="{D1FFEC23-4205-A6E3-21C1-2053E2C2A2E4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3703120" y="4259630"/>
            <a:ext cx="274320" cy="274320"/>
          </a:xfrm>
          <a:prstGeom prst="rect">
            <a:avLst/>
          </a:prstGeom>
        </p:spPr>
      </p:pic>
      <p:pic>
        <p:nvPicPr>
          <p:cNvPr id="79" name="Graphic 78" descr="Shopping cart outline">
            <a:extLst>
              <a:ext uri="{FF2B5EF4-FFF2-40B4-BE49-F238E27FC236}">
                <a16:creationId xmlns:a16="http://schemas.microsoft.com/office/drawing/2014/main" id="{21BB307D-E02B-C931-5572-7FFF29503261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4006562" y="4259630"/>
            <a:ext cx="274320" cy="274320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65740068-DC10-4593-52A1-D1972C95C136}"/>
              </a:ext>
            </a:extLst>
          </p:cNvPr>
          <p:cNvSpPr/>
          <p:nvPr/>
        </p:nvSpPr>
        <p:spPr>
          <a:xfrm>
            <a:off x="3703120" y="4016937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Commerce</a:t>
            </a:r>
          </a:p>
        </p:txBody>
      </p:sp>
      <p:pic>
        <p:nvPicPr>
          <p:cNvPr id="81" name="Graphic 80" descr="Coins outline">
            <a:extLst>
              <a:ext uri="{FF2B5EF4-FFF2-40B4-BE49-F238E27FC236}">
                <a16:creationId xmlns:a16="http://schemas.microsoft.com/office/drawing/2014/main" id="{DBAB23DF-E396-F4F1-45C3-528B5D731D4A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703120" y="4567322"/>
            <a:ext cx="274320" cy="274320"/>
          </a:xfrm>
          <a:prstGeom prst="rect">
            <a:avLst/>
          </a:prstGeom>
        </p:spPr>
      </p:pic>
      <p:pic>
        <p:nvPicPr>
          <p:cNvPr id="82" name="Graphic 81" descr="Money outline">
            <a:extLst>
              <a:ext uri="{FF2B5EF4-FFF2-40B4-BE49-F238E27FC236}">
                <a16:creationId xmlns:a16="http://schemas.microsoft.com/office/drawing/2014/main" id="{E993F41C-10A7-D86A-7CD4-5A5080F954B8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3994526" y="4567322"/>
            <a:ext cx="274320" cy="274320"/>
          </a:xfrm>
          <a:prstGeom prst="rect">
            <a:avLst/>
          </a:prstGeom>
        </p:spPr>
      </p:pic>
      <p:pic>
        <p:nvPicPr>
          <p:cNvPr id="83" name="Graphic 82" descr="Dollar outline">
            <a:extLst>
              <a:ext uri="{FF2B5EF4-FFF2-40B4-BE49-F238E27FC236}">
                <a16:creationId xmlns:a16="http://schemas.microsoft.com/office/drawing/2014/main" id="{FFD5807C-49E7-DB01-ABC3-6DF04ED9594B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4287045" y="4567322"/>
            <a:ext cx="274320" cy="274320"/>
          </a:xfrm>
          <a:prstGeom prst="rect">
            <a:avLst/>
          </a:prstGeom>
        </p:spPr>
      </p:pic>
      <p:pic>
        <p:nvPicPr>
          <p:cNvPr id="84" name="Graphic 83" descr="Forbidden outline">
            <a:extLst>
              <a:ext uri="{FF2B5EF4-FFF2-40B4-BE49-F238E27FC236}">
                <a16:creationId xmlns:a16="http://schemas.microsoft.com/office/drawing/2014/main" id="{060ACB93-B2E7-BD54-394E-92E6EE6D66BD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2623424" y="2320354"/>
            <a:ext cx="274320" cy="274320"/>
          </a:xfrm>
          <a:prstGeom prst="rect">
            <a:avLst/>
          </a:prstGeom>
        </p:spPr>
      </p:pic>
      <p:pic>
        <p:nvPicPr>
          <p:cNvPr id="85" name="Graphic 84" descr="Fork In Road outline">
            <a:extLst>
              <a:ext uri="{FF2B5EF4-FFF2-40B4-BE49-F238E27FC236}">
                <a16:creationId xmlns:a16="http://schemas.microsoft.com/office/drawing/2014/main" id="{8B11F262-C893-DE64-8262-BCE3BEBB5AC5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2319982" y="2638639"/>
            <a:ext cx="274320" cy="274320"/>
          </a:xfrm>
          <a:prstGeom prst="rect">
            <a:avLst/>
          </a:prstGeom>
        </p:spPr>
      </p:pic>
      <p:pic>
        <p:nvPicPr>
          <p:cNvPr id="86" name="Graphic 85" descr="Information outline">
            <a:extLst>
              <a:ext uri="{FF2B5EF4-FFF2-40B4-BE49-F238E27FC236}">
                <a16:creationId xmlns:a16="http://schemas.microsoft.com/office/drawing/2014/main" id="{2C84E488-0445-D8FC-DD8A-45390E1DDF0D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2016540" y="2320354"/>
            <a:ext cx="274320" cy="274320"/>
          </a:xfrm>
          <a:prstGeom prst="rect">
            <a:avLst/>
          </a:prstGeom>
        </p:spPr>
      </p:pic>
      <p:pic>
        <p:nvPicPr>
          <p:cNvPr id="87" name="Graphic 86" descr="Irritant outline">
            <a:extLst>
              <a:ext uri="{FF2B5EF4-FFF2-40B4-BE49-F238E27FC236}">
                <a16:creationId xmlns:a16="http://schemas.microsoft.com/office/drawing/2014/main" id="{589351FB-4458-D91F-602A-1D5E40F5C983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2319982" y="2320354"/>
            <a:ext cx="274320" cy="274320"/>
          </a:xfrm>
          <a:prstGeom prst="rect">
            <a:avLst/>
          </a:prstGeom>
        </p:spPr>
      </p:pic>
      <p:pic>
        <p:nvPicPr>
          <p:cNvPr id="88" name="Graphic 87" descr="Merger outline">
            <a:extLst>
              <a:ext uri="{FF2B5EF4-FFF2-40B4-BE49-F238E27FC236}">
                <a16:creationId xmlns:a16="http://schemas.microsoft.com/office/drawing/2014/main" id="{30A89BE7-9853-D8CF-8E31-26D135B263C3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2016540" y="2638639"/>
            <a:ext cx="274320" cy="274320"/>
          </a:xfrm>
          <a:prstGeom prst="rect">
            <a:avLst/>
          </a:prstGeom>
        </p:spPr>
      </p:pic>
      <p:pic>
        <p:nvPicPr>
          <p:cNvPr id="89" name="Graphic 88" descr="Shuffle outline">
            <a:extLst>
              <a:ext uri="{FF2B5EF4-FFF2-40B4-BE49-F238E27FC236}">
                <a16:creationId xmlns:a16="http://schemas.microsoft.com/office/drawing/2014/main" id="{7DD80E23-0059-1BE1-68D0-17E5F6D42689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2926867" y="2638639"/>
            <a:ext cx="274320" cy="274320"/>
          </a:xfrm>
          <a:prstGeom prst="rect">
            <a:avLst/>
          </a:prstGeom>
        </p:spPr>
      </p:pic>
      <p:pic>
        <p:nvPicPr>
          <p:cNvPr id="90" name="Graphic 89" descr="Sort outline">
            <a:extLst>
              <a:ext uri="{FF2B5EF4-FFF2-40B4-BE49-F238E27FC236}">
                <a16:creationId xmlns:a16="http://schemas.microsoft.com/office/drawing/2014/main" id="{3EFA1DCB-64D1-43CB-B019-B3F97B2D4F2C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2623424" y="2638639"/>
            <a:ext cx="274320" cy="274320"/>
          </a:xfrm>
          <a:prstGeom prst="rect">
            <a:avLst/>
          </a:prstGeom>
        </p:spPr>
      </p:pic>
      <p:pic>
        <p:nvPicPr>
          <p:cNvPr id="91" name="Graphic 90" descr="Warning outline">
            <a:extLst>
              <a:ext uri="{FF2B5EF4-FFF2-40B4-BE49-F238E27FC236}">
                <a16:creationId xmlns:a16="http://schemas.microsoft.com/office/drawing/2014/main" id="{0FEDC520-EF41-63FC-B76C-AE48E8609D57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2926867" y="2320354"/>
            <a:ext cx="274320" cy="274320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98C90EE9-5B71-DAF5-1C97-4E7115B5067E}"/>
              </a:ext>
            </a:extLst>
          </p:cNvPr>
          <p:cNvSpPr/>
          <p:nvPr/>
        </p:nvSpPr>
        <p:spPr>
          <a:xfrm>
            <a:off x="2016540" y="2092771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Road Signs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B7C35F8-7C59-85F3-C9CF-69666C01144A}"/>
              </a:ext>
            </a:extLst>
          </p:cNvPr>
          <p:cNvSpPr/>
          <p:nvPr/>
        </p:nvSpPr>
        <p:spPr>
          <a:xfrm>
            <a:off x="5449727" y="1169238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KPI / Measure</a:t>
            </a:r>
          </a:p>
        </p:txBody>
      </p:sp>
      <p:pic>
        <p:nvPicPr>
          <p:cNvPr id="94" name="Graphic 93" descr="Bar chart outline">
            <a:extLst>
              <a:ext uri="{FF2B5EF4-FFF2-40B4-BE49-F238E27FC236}">
                <a16:creationId xmlns:a16="http://schemas.microsoft.com/office/drawing/2014/main" id="{1F00337E-3C6A-4739-2503-C47C72871882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5753169" y="1424064"/>
            <a:ext cx="274320" cy="274320"/>
          </a:xfrm>
          <a:prstGeom prst="rect">
            <a:avLst/>
          </a:prstGeom>
        </p:spPr>
      </p:pic>
      <p:pic>
        <p:nvPicPr>
          <p:cNvPr id="95" name="Graphic 94" descr="Bar graph with downward trend outline">
            <a:extLst>
              <a:ext uri="{FF2B5EF4-FFF2-40B4-BE49-F238E27FC236}">
                <a16:creationId xmlns:a16="http://schemas.microsoft.com/office/drawing/2014/main" id="{2114527A-9F19-1D1E-45EA-2D946B229A2E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6056611" y="1424064"/>
            <a:ext cx="274320" cy="274320"/>
          </a:xfrm>
          <a:prstGeom prst="rect">
            <a:avLst/>
          </a:prstGeom>
        </p:spPr>
      </p:pic>
      <p:pic>
        <p:nvPicPr>
          <p:cNvPr id="96" name="Graphic 95" descr="Bar graph with upward trend outline">
            <a:extLst>
              <a:ext uri="{FF2B5EF4-FFF2-40B4-BE49-F238E27FC236}">
                <a16:creationId xmlns:a16="http://schemas.microsoft.com/office/drawing/2014/main" id="{9B942B99-4EA5-0568-D9AF-3D22698BD9B5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6360054" y="1424064"/>
            <a:ext cx="274320" cy="274320"/>
          </a:xfrm>
          <a:prstGeom prst="rect">
            <a:avLst/>
          </a:prstGeom>
        </p:spPr>
      </p:pic>
      <p:pic>
        <p:nvPicPr>
          <p:cNvPr id="97" name="Graphic 96" descr="Exponential Graph outline">
            <a:extLst>
              <a:ext uri="{FF2B5EF4-FFF2-40B4-BE49-F238E27FC236}">
                <a16:creationId xmlns:a16="http://schemas.microsoft.com/office/drawing/2014/main" id="{FD98DA4B-F821-083D-4713-41C435C4C032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5449727" y="1696102"/>
            <a:ext cx="274320" cy="274320"/>
          </a:xfrm>
          <a:prstGeom prst="rect">
            <a:avLst/>
          </a:prstGeom>
        </p:spPr>
      </p:pic>
      <p:pic>
        <p:nvPicPr>
          <p:cNvPr id="98" name="Graphic 97" descr="Linear Graph outline">
            <a:extLst>
              <a:ext uri="{FF2B5EF4-FFF2-40B4-BE49-F238E27FC236}">
                <a16:creationId xmlns:a16="http://schemas.microsoft.com/office/drawing/2014/main" id="{E262B6B8-E2F4-F946-0A65-61B5D41B3397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5449727" y="1424064"/>
            <a:ext cx="274320" cy="274320"/>
          </a:xfrm>
          <a:prstGeom prst="rect">
            <a:avLst/>
          </a:prstGeom>
        </p:spPr>
      </p:pic>
      <p:pic>
        <p:nvPicPr>
          <p:cNvPr id="99" name="Graphic 98" descr="Periodic Graph outline">
            <a:extLst>
              <a:ext uri="{FF2B5EF4-FFF2-40B4-BE49-F238E27FC236}">
                <a16:creationId xmlns:a16="http://schemas.microsoft.com/office/drawing/2014/main" id="{A50AF6A3-6B5E-250F-71C4-54E6E3E94662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6360054" y="1696102"/>
            <a:ext cx="274320" cy="274320"/>
          </a:xfrm>
          <a:prstGeom prst="rect">
            <a:avLst/>
          </a:prstGeom>
        </p:spPr>
      </p:pic>
      <p:pic>
        <p:nvPicPr>
          <p:cNvPr id="100" name="Graphic 99" descr="Presentation with bar chart outline">
            <a:extLst>
              <a:ext uri="{FF2B5EF4-FFF2-40B4-BE49-F238E27FC236}">
                <a16:creationId xmlns:a16="http://schemas.microsoft.com/office/drawing/2014/main" id="{93DC4055-0A5F-ED27-43CA-0B4D469099A3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5753169" y="1696102"/>
            <a:ext cx="274320" cy="274320"/>
          </a:xfrm>
          <a:prstGeom prst="rect">
            <a:avLst/>
          </a:prstGeom>
        </p:spPr>
      </p:pic>
      <p:pic>
        <p:nvPicPr>
          <p:cNvPr id="101" name="Graphic 100" descr="Upward trend outline">
            <a:extLst>
              <a:ext uri="{FF2B5EF4-FFF2-40B4-BE49-F238E27FC236}">
                <a16:creationId xmlns:a16="http://schemas.microsoft.com/office/drawing/2014/main" id="{75B4ED3E-F358-73DF-AC62-C9DEE47CAE1B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6056611" y="1696102"/>
            <a:ext cx="274320" cy="274320"/>
          </a:xfrm>
          <a:prstGeom prst="rect">
            <a:avLst/>
          </a:prstGeom>
        </p:spPr>
      </p:pic>
      <p:pic>
        <p:nvPicPr>
          <p:cNvPr id="102" name="Graphic 101" descr="Pie chart outline">
            <a:extLst>
              <a:ext uri="{FF2B5EF4-FFF2-40B4-BE49-F238E27FC236}">
                <a16:creationId xmlns:a16="http://schemas.microsoft.com/office/drawing/2014/main" id="{9AA68D76-D5B1-216B-0567-9181B73129C7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5449727" y="1988320"/>
            <a:ext cx="274320" cy="274320"/>
          </a:xfrm>
          <a:prstGeom prst="rect">
            <a:avLst/>
          </a:prstGeom>
        </p:spPr>
      </p:pic>
      <p:pic>
        <p:nvPicPr>
          <p:cNvPr id="103" name="Graphic 102" descr="Signal outline">
            <a:extLst>
              <a:ext uri="{FF2B5EF4-FFF2-40B4-BE49-F238E27FC236}">
                <a16:creationId xmlns:a16="http://schemas.microsoft.com/office/drawing/2014/main" id="{E1903E97-89C5-D321-22DD-1233227691F5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5708447" y="1988320"/>
            <a:ext cx="274320" cy="274320"/>
          </a:xfrm>
          <a:prstGeom prst="rect">
            <a:avLst/>
          </a:prstGeom>
        </p:spPr>
      </p:pic>
      <p:pic>
        <p:nvPicPr>
          <p:cNvPr id="104" name="Graphic 103" descr="Harvey Balls 20% outline">
            <a:extLst>
              <a:ext uri="{FF2B5EF4-FFF2-40B4-BE49-F238E27FC236}">
                <a16:creationId xmlns:a16="http://schemas.microsoft.com/office/drawing/2014/main" id="{7BFDA3EC-509A-5A8F-7F0A-E728B80FFB0D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6041587" y="1988320"/>
            <a:ext cx="274320" cy="274320"/>
          </a:xfrm>
          <a:prstGeom prst="rect">
            <a:avLst/>
          </a:prstGeom>
        </p:spPr>
      </p:pic>
      <p:pic>
        <p:nvPicPr>
          <p:cNvPr id="105" name="Graphic 104" descr="Decision chart outline">
            <a:extLst>
              <a:ext uri="{FF2B5EF4-FFF2-40B4-BE49-F238E27FC236}">
                <a16:creationId xmlns:a16="http://schemas.microsoft.com/office/drawing/2014/main" id="{5709AFD9-9B41-B855-A355-B4E1FA21BDAB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5449727" y="2674009"/>
            <a:ext cx="274320" cy="27432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1ECBE53D-85AC-53E9-0154-C4C1E06CECC3}"/>
              </a:ext>
            </a:extLst>
          </p:cNvPr>
          <p:cNvSpPr/>
          <p:nvPr/>
        </p:nvSpPr>
        <p:spPr>
          <a:xfrm>
            <a:off x="5449727" y="2433711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Process &amp; Ops</a:t>
            </a:r>
          </a:p>
        </p:txBody>
      </p:sp>
      <p:pic>
        <p:nvPicPr>
          <p:cNvPr id="107" name="Graphic 106" descr="Arrow circle outline">
            <a:extLst>
              <a:ext uri="{FF2B5EF4-FFF2-40B4-BE49-F238E27FC236}">
                <a16:creationId xmlns:a16="http://schemas.microsoft.com/office/drawing/2014/main" id="{8DA4B8CF-19F0-DB2F-A312-F2929AE6E42B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6087091" y="3008942"/>
            <a:ext cx="274320" cy="274320"/>
          </a:xfrm>
          <a:prstGeom prst="rect">
            <a:avLst/>
          </a:prstGeom>
        </p:spPr>
      </p:pic>
      <p:pic>
        <p:nvPicPr>
          <p:cNvPr id="108" name="Graphic 107" descr="Circles with arrows outline">
            <a:extLst>
              <a:ext uri="{FF2B5EF4-FFF2-40B4-BE49-F238E27FC236}">
                <a16:creationId xmlns:a16="http://schemas.microsoft.com/office/drawing/2014/main" id="{A66A896C-10CF-BB48-5509-85E3773CF6E5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5753169" y="2674009"/>
            <a:ext cx="274320" cy="274320"/>
          </a:xfrm>
          <a:prstGeom prst="rect">
            <a:avLst/>
          </a:prstGeom>
        </p:spPr>
      </p:pic>
      <p:pic>
        <p:nvPicPr>
          <p:cNvPr id="109" name="Graphic 108" descr="Circles with lines outline">
            <a:extLst>
              <a:ext uri="{FF2B5EF4-FFF2-40B4-BE49-F238E27FC236}">
                <a16:creationId xmlns:a16="http://schemas.microsoft.com/office/drawing/2014/main" id="{386F762F-8395-0C4A-1447-1A8F797C5EAB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6056611" y="2674009"/>
            <a:ext cx="274320" cy="274320"/>
          </a:xfrm>
          <a:prstGeom prst="rect">
            <a:avLst/>
          </a:prstGeom>
        </p:spPr>
      </p:pic>
      <p:pic>
        <p:nvPicPr>
          <p:cNvPr id="110" name="Graphic 109" descr="Circular flowchart outline">
            <a:extLst>
              <a:ext uri="{FF2B5EF4-FFF2-40B4-BE49-F238E27FC236}">
                <a16:creationId xmlns:a16="http://schemas.microsoft.com/office/drawing/2014/main" id="{A41C6C55-F515-5F60-EED1-293EBD3AAD2B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6360054" y="2674009"/>
            <a:ext cx="274320" cy="274320"/>
          </a:xfrm>
          <a:prstGeom prst="rect">
            <a:avLst/>
          </a:prstGeom>
        </p:spPr>
      </p:pic>
      <p:pic>
        <p:nvPicPr>
          <p:cNvPr id="111" name="Graphic 110" descr="Continuous Improvement outline">
            <a:extLst>
              <a:ext uri="{FF2B5EF4-FFF2-40B4-BE49-F238E27FC236}">
                <a16:creationId xmlns:a16="http://schemas.microsoft.com/office/drawing/2014/main" id="{AF493925-C102-B2EB-A9AF-3B93945C27A3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5449727" y="2963222"/>
            <a:ext cx="365760" cy="365760"/>
          </a:xfrm>
          <a:prstGeom prst="rect">
            <a:avLst/>
          </a:prstGeom>
        </p:spPr>
      </p:pic>
      <p:pic>
        <p:nvPicPr>
          <p:cNvPr id="112" name="Graphic 111" descr="Line arrow: Rotate right outline">
            <a:extLst>
              <a:ext uri="{FF2B5EF4-FFF2-40B4-BE49-F238E27FC236}">
                <a16:creationId xmlns:a16="http://schemas.microsoft.com/office/drawing/2014/main" id="{1EC89743-81DC-834C-6363-BFAEED03FEB5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6360054" y="3008942"/>
            <a:ext cx="274320" cy="274320"/>
          </a:xfrm>
          <a:prstGeom prst="rect">
            <a:avLst/>
          </a:prstGeom>
        </p:spPr>
      </p:pic>
      <p:pic>
        <p:nvPicPr>
          <p:cNvPr id="113" name="Graphic 112" descr="Repeat outline">
            <a:extLst>
              <a:ext uri="{FF2B5EF4-FFF2-40B4-BE49-F238E27FC236}">
                <a16:creationId xmlns:a16="http://schemas.microsoft.com/office/drawing/2014/main" id="{5A7EFA8B-DC98-2C50-8121-69CB6A0763A3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5814129" y="3008942"/>
            <a:ext cx="274320" cy="274320"/>
          </a:xfrm>
          <a:prstGeom prst="rect">
            <a:avLst/>
          </a:prstGeom>
        </p:spPr>
      </p:pic>
      <p:pic>
        <p:nvPicPr>
          <p:cNvPr id="114" name="Graphic 113" descr="Continuous Improvement outline">
            <a:extLst>
              <a:ext uri="{FF2B5EF4-FFF2-40B4-BE49-F238E27FC236}">
                <a16:creationId xmlns:a16="http://schemas.microsoft.com/office/drawing/2014/main" id="{4424E1AB-3979-22D2-7511-6582D04C86B9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6360054" y="3334591"/>
            <a:ext cx="274320" cy="274320"/>
          </a:xfrm>
          <a:prstGeom prst="rect">
            <a:avLst/>
          </a:prstGeom>
        </p:spPr>
      </p:pic>
      <p:pic>
        <p:nvPicPr>
          <p:cNvPr id="115" name="Graphic 114" descr="Workflow outline">
            <a:extLst>
              <a:ext uri="{FF2B5EF4-FFF2-40B4-BE49-F238E27FC236}">
                <a16:creationId xmlns:a16="http://schemas.microsoft.com/office/drawing/2014/main" id="{E76B9DA8-BF29-63C6-DF50-F7621F0A94E4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5449727" y="3334591"/>
            <a:ext cx="274320" cy="274320"/>
          </a:xfrm>
          <a:prstGeom prst="rect">
            <a:avLst/>
          </a:prstGeom>
        </p:spPr>
      </p:pic>
      <p:pic>
        <p:nvPicPr>
          <p:cNvPr id="116" name="Graphic 115" descr="Gears outline">
            <a:extLst>
              <a:ext uri="{FF2B5EF4-FFF2-40B4-BE49-F238E27FC236}">
                <a16:creationId xmlns:a16="http://schemas.microsoft.com/office/drawing/2014/main" id="{71F9CF75-CB69-99FD-C200-820F27F054DF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5753169" y="3334591"/>
            <a:ext cx="274320" cy="274320"/>
          </a:xfrm>
          <a:prstGeom prst="rect">
            <a:avLst/>
          </a:prstGeom>
        </p:spPr>
      </p:pic>
      <p:pic>
        <p:nvPicPr>
          <p:cNvPr id="117" name="Graphic 116" descr="Single gear outline">
            <a:extLst>
              <a:ext uri="{FF2B5EF4-FFF2-40B4-BE49-F238E27FC236}">
                <a16:creationId xmlns:a16="http://schemas.microsoft.com/office/drawing/2014/main" id="{B8D1CAF0-4B84-F19C-3580-4FD9BBB7CFF0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6056611" y="3334591"/>
            <a:ext cx="274320" cy="274320"/>
          </a:xfrm>
          <a:prstGeom prst="rect">
            <a:avLst/>
          </a:prstGeom>
        </p:spPr>
      </p:pic>
      <p:sp>
        <p:nvSpPr>
          <p:cNvPr id="118" name="Rectangle 117">
            <a:extLst>
              <a:ext uri="{FF2B5EF4-FFF2-40B4-BE49-F238E27FC236}">
                <a16:creationId xmlns:a16="http://schemas.microsoft.com/office/drawing/2014/main" id="{A180BDC4-1D07-5AA3-59F3-3A758E4944FB}"/>
              </a:ext>
            </a:extLst>
          </p:cNvPr>
          <p:cNvSpPr/>
          <p:nvPr/>
        </p:nvSpPr>
        <p:spPr>
          <a:xfrm>
            <a:off x="7177029" y="1169238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Tech</a:t>
            </a:r>
          </a:p>
        </p:txBody>
      </p:sp>
      <p:pic>
        <p:nvPicPr>
          <p:cNvPr id="119" name="Graphic 118" descr="Blog outline">
            <a:extLst>
              <a:ext uri="{FF2B5EF4-FFF2-40B4-BE49-F238E27FC236}">
                <a16:creationId xmlns:a16="http://schemas.microsoft.com/office/drawing/2014/main" id="{2294E961-5A9F-6847-5431-C0DB4C7582EE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7480471" y="1424064"/>
            <a:ext cx="274320" cy="274320"/>
          </a:xfrm>
          <a:prstGeom prst="rect">
            <a:avLst/>
          </a:prstGeom>
        </p:spPr>
      </p:pic>
      <p:pic>
        <p:nvPicPr>
          <p:cNvPr id="120" name="Graphic 119" descr="Browser window outline">
            <a:extLst>
              <a:ext uri="{FF2B5EF4-FFF2-40B4-BE49-F238E27FC236}">
                <a16:creationId xmlns:a16="http://schemas.microsoft.com/office/drawing/2014/main" id="{76EC892F-951F-9B31-FDC4-1E67A3B75838}"/>
              </a:ext>
            </a:extLst>
          </p:cNvPr>
          <p:cNvPicPr>
            <a:picLocks noChangeAspect="1"/>
          </p:cNvPicPr>
          <p:nvPr/>
        </p:nvPicPr>
        <p:blipFill>
          <a:blip r:embed="rId200"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7177029" y="1424064"/>
            <a:ext cx="274320" cy="274320"/>
          </a:xfrm>
          <a:prstGeom prst="rect">
            <a:avLst/>
          </a:prstGeom>
        </p:spPr>
      </p:pic>
      <p:pic>
        <p:nvPicPr>
          <p:cNvPr id="121" name="Graphic 120" descr="Database outline">
            <a:extLst>
              <a:ext uri="{FF2B5EF4-FFF2-40B4-BE49-F238E27FC236}">
                <a16:creationId xmlns:a16="http://schemas.microsoft.com/office/drawing/2014/main" id="{DCED03C0-CCDD-349E-65BF-C53F29C7D730}"/>
              </a:ext>
            </a:extLst>
          </p:cNvPr>
          <p:cNvPicPr>
            <a:picLocks noChangeAspect="1"/>
          </p:cNvPicPr>
          <p:nvPr/>
        </p:nvPicPr>
        <p:blipFill>
          <a:blip r:embed="rId202"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7480471" y="1988320"/>
            <a:ext cx="274320" cy="274320"/>
          </a:xfrm>
          <a:prstGeom prst="rect">
            <a:avLst/>
          </a:prstGeom>
        </p:spPr>
      </p:pic>
      <p:pic>
        <p:nvPicPr>
          <p:cNvPr id="122" name="Graphic 121" descr="Laptop outline">
            <a:extLst>
              <a:ext uri="{FF2B5EF4-FFF2-40B4-BE49-F238E27FC236}">
                <a16:creationId xmlns:a16="http://schemas.microsoft.com/office/drawing/2014/main" id="{DAA9B5F0-BDAA-AFD3-8A69-4B996FB46D74}"/>
              </a:ext>
            </a:extLst>
          </p:cNvPr>
          <p:cNvPicPr>
            <a:picLocks noChangeAspect="1"/>
          </p:cNvPicPr>
          <p:nvPr/>
        </p:nvPicPr>
        <p:blipFill>
          <a:blip r:embed="rId204"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7177029" y="1696102"/>
            <a:ext cx="274320" cy="274320"/>
          </a:xfrm>
          <a:prstGeom prst="rect">
            <a:avLst/>
          </a:prstGeom>
        </p:spPr>
      </p:pic>
      <p:pic>
        <p:nvPicPr>
          <p:cNvPr id="123" name="Graphic 122" descr="Link outline">
            <a:extLst>
              <a:ext uri="{FF2B5EF4-FFF2-40B4-BE49-F238E27FC236}">
                <a16:creationId xmlns:a16="http://schemas.microsoft.com/office/drawing/2014/main" id="{14F78057-C3C8-D479-4455-E8FFCD20960B}"/>
              </a:ext>
            </a:extLst>
          </p:cNvPr>
          <p:cNvPicPr>
            <a:picLocks noChangeAspect="1"/>
          </p:cNvPicPr>
          <p:nvPr/>
        </p:nvPicPr>
        <p:blipFill>
          <a:blip r:embed="rId206"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7783913" y="1696102"/>
            <a:ext cx="274320" cy="274320"/>
          </a:xfrm>
          <a:prstGeom prst="rect">
            <a:avLst/>
          </a:prstGeom>
        </p:spPr>
      </p:pic>
      <p:pic>
        <p:nvPicPr>
          <p:cNvPr id="124" name="Graphic 123" descr="Online meeting outline">
            <a:extLst>
              <a:ext uri="{FF2B5EF4-FFF2-40B4-BE49-F238E27FC236}">
                <a16:creationId xmlns:a16="http://schemas.microsoft.com/office/drawing/2014/main" id="{FF6C50DB-14CB-3F44-F271-7FFF958C77D8}"/>
              </a:ext>
            </a:extLst>
          </p:cNvPr>
          <p:cNvPicPr>
            <a:picLocks noChangeAspect="1"/>
          </p:cNvPicPr>
          <p:nvPr/>
        </p:nvPicPr>
        <p:blipFill>
          <a:blip r:embed="rId208"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7783913" y="1424064"/>
            <a:ext cx="274320" cy="274320"/>
          </a:xfrm>
          <a:prstGeom prst="rect">
            <a:avLst/>
          </a:prstGeom>
        </p:spPr>
      </p:pic>
      <p:pic>
        <p:nvPicPr>
          <p:cNvPr id="125" name="Graphic 124" descr="Server outline">
            <a:extLst>
              <a:ext uri="{FF2B5EF4-FFF2-40B4-BE49-F238E27FC236}">
                <a16:creationId xmlns:a16="http://schemas.microsoft.com/office/drawing/2014/main" id="{57B72AD5-BFFF-58EE-D26E-53602427FDAB}"/>
              </a:ext>
            </a:extLst>
          </p:cNvPr>
          <p:cNvPicPr>
            <a:picLocks noChangeAspect="1"/>
          </p:cNvPicPr>
          <p:nvPr/>
        </p:nvPicPr>
        <p:blipFill>
          <a:blip r:embed="rId210"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7783913" y="1988320"/>
            <a:ext cx="274320" cy="274320"/>
          </a:xfrm>
          <a:prstGeom prst="rect">
            <a:avLst/>
          </a:prstGeom>
        </p:spPr>
      </p:pic>
      <p:pic>
        <p:nvPicPr>
          <p:cNvPr id="126" name="Graphic 125" descr="Syncing cloud outline">
            <a:extLst>
              <a:ext uri="{FF2B5EF4-FFF2-40B4-BE49-F238E27FC236}">
                <a16:creationId xmlns:a16="http://schemas.microsoft.com/office/drawing/2014/main" id="{2B678725-0D25-988F-DDB9-782CFBCC7684}"/>
              </a:ext>
            </a:extLst>
          </p:cNvPr>
          <p:cNvPicPr>
            <a:picLocks noChangeAspect="1"/>
          </p:cNvPicPr>
          <p:nvPr/>
        </p:nvPicPr>
        <p:blipFill>
          <a:blip r:embed="rId212"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7177029" y="2280538"/>
            <a:ext cx="274320" cy="274320"/>
          </a:xfrm>
          <a:prstGeom prst="rect">
            <a:avLst/>
          </a:prstGeom>
        </p:spPr>
      </p:pic>
      <p:pic>
        <p:nvPicPr>
          <p:cNvPr id="127" name="Graphic 126" descr="Ui Ux outline">
            <a:extLst>
              <a:ext uri="{FF2B5EF4-FFF2-40B4-BE49-F238E27FC236}">
                <a16:creationId xmlns:a16="http://schemas.microsoft.com/office/drawing/2014/main" id="{0D1E29DC-C525-EAA9-119E-BF59BDCD37DB}"/>
              </a:ext>
            </a:extLst>
          </p:cNvPr>
          <p:cNvPicPr>
            <a:picLocks noChangeAspect="1"/>
          </p:cNvPicPr>
          <p:nvPr/>
        </p:nvPicPr>
        <p:blipFill>
          <a:blip r:embed="rId214"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7480471" y="1696102"/>
            <a:ext cx="274320" cy="274320"/>
          </a:xfrm>
          <a:prstGeom prst="rect">
            <a:avLst/>
          </a:prstGeom>
        </p:spPr>
      </p:pic>
      <p:pic>
        <p:nvPicPr>
          <p:cNvPr id="128" name="Graphic 127" descr="Vlog outline">
            <a:extLst>
              <a:ext uri="{FF2B5EF4-FFF2-40B4-BE49-F238E27FC236}">
                <a16:creationId xmlns:a16="http://schemas.microsoft.com/office/drawing/2014/main" id="{14486A0E-AF16-E93E-12CC-5DD7DA047CB1}"/>
              </a:ext>
            </a:extLst>
          </p:cNvPr>
          <p:cNvPicPr>
            <a:picLocks noChangeAspect="1"/>
          </p:cNvPicPr>
          <p:nvPr/>
        </p:nvPicPr>
        <p:blipFill>
          <a:blip r:embed="rId216"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8087356" y="1424064"/>
            <a:ext cx="274320" cy="274320"/>
          </a:xfrm>
          <a:prstGeom prst="rect">
            <a:avLst/>
          </a:prstGeom>
        </p:spPr>
      </p:pic>
      <p:pic>
        <p:nvPicPr>
          <p:cNvPr id="129" name="Graphic 128" descr="Web design outline">
            <a:extLst>
              <a:ext uri="{FF2B5EF4-FFF2-40B4-BE49-F238E27FC236}">
                <a16:creationId xmlns:a16="http://schemas.microsoft.com/office/drawing/2014/main" id="{2A57B698-71C7-9B59-9868-98BEAD65F767}"/>
              </a:ext>
            </a:extLst>
          </p:cNvPr>
          <p:cNvPicPr>
            <a:picLocks noChangeAspect="1"/>
          </p:cNvPicPr>
          <p:nvPr/>
        </p:nvPicPr>
        <p:blipFill>
          <a:blip r:embed="rId218"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7177029" y="1988320"/>
            <a:ext cx="274320" cy="274320"/>
          </a:xfrm>
          <a:prstGeom prst="rect">
            <a:avLst/>
          </a:prstGeom>
        </p:spPr>
      </p:pic>
      <p:pic>
        <p:nvPicPr>
          <p:cNvPr id="130" name="Graphic 129" descr="World outline">
            <a:extLst>
              <a:ext uri="{FF2B5EF4-FFF2-40B4-BE49-F238E27FC236}">
                <a16:creationId xmlns:a16="http://schemas.microsoft.com/office/drawing/2014/main" id="{5B807CC7-8522-D024-8736-AAE805D5EE52}"/>
              </a:ext>
            </a:extLst>
          </p:cNvPr>
          <p:cNvPicPr>
            <a:picLocks noChangeAspect="1"/>
          </p:cNvPicPr>
          <p:nvPr/>
        </p:nvPicPr>
        <p:blipFill>
          <a:blip r:embed="rId220"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8087356" y="1696102"/>
            <a:ext cx="274320" cy="274320"/>
          </a:xfrm>
          <a:prstGeom prst="rect">
            <a:avLst/>
          </a:prstGeom>
        </p:spPr>
      </p:pic>
      <p:pic>
        <p:nvPicPr>
          <p:cNvPr id="131" name="Graphic 130" descr="Network outline">
            <a:extLst>
              <a:ext uri="{FF2B5EF4-FFF2-40B4-BE49-F238E27FC236}">
                <a16:creationId xmlns:a16="http://schemas.microsoft.com/office/drawing/2014/main" id="{E5CF404C-7C93-A58E-AD21-E6CA9053396D}"/>
              </a:ext>
            </a:extLst>
          </p:cNvPr>
          <p:cNvPicPr>
            <a:picLocks noChangeAspect="1"/>
          </p:cNvPicPr>
          <p:nvPr/>
        </p:nvPicPr>
        <p:blipFill>
          <a:blip r:embed="rId222"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7459988" y="2280538"/>
            <a:ext cx="274320" cy="274320"/>
          </a:xfrm>
          <a:prstGeom prst="rect">
            <a:avLst/>
          </a:prstGeom>
        </p:spPr>
      </p:pic>
      <p:pic>
        <p:nvPicPr>
          <p:cNvPr id="132" name="Graphic 131" descr="Blockchain outline">
            <a:extLst>
              <a:ext uri="{FF2B5EF4-FFF2-40B4-BE49-F238E27FC236}">
                <a16:creationId xmlns:a16="http://schemas.microsoft.com/office/drawing/2014/main" id="{904B7E0D-A7DD-48B6-1FA4-FD0AB46B1B73}"/>
              </a:ext>
            </a:extLst>
          </p:cNvPr>
          <p:cNvPicPr>
            <a:picLocks noChangeAspect="1"/>
          </p:cNvPicPr>
          <p:nvPr/>
        </p:nvPicPr>
        <p:blipFill>
          <a:blip r:embed="rId224"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8087356" y="1988320"/>
            <a:ext cx="274320" cy="274320"/>
          </a:xfrm>
          <a:prstGeom prst="rect">
            <a:avLst/>
          </a:prstGeom>
        </p:spPr>
      </p:pic>
      <p:pic>
        <p:nvPicPr>
          <p:cNvPr id="133" name="Graphic 132" descr="Power outline">
            <a:extLst>
              <a:ext uri="{FF2B5EF4-FFF2-40B4-BE49-F238E27FC236}">
                <a16:creationId xmlns:a16="http://schemas.microsoft.com/office/drawing/2014/main" id="{E37EC20D-1CE3-4011-D643-FC3C9263BAA5}"/>
              </a:ext>
            </a:extLst>
          </p:cNvPr>
          <p:cNvPicPr>
            <a:picLocks noChangeAspect="1"/>
          </p:cNvPicPr>
          <p:nvPr/>
        </p:nvPicPr>
        <p:blipFill>
          <a:blip r:embed="rId226"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7783913" y="2280538"/>
            <a:ext cx="274320" cy="274320"/>
          </a:xfrm>
          <a:prstGeom prst="rect">
            <a:avLst/>
          </a:prstGeom>
        </p:spPr>
      </p:pic>
      <p:pic>
        <p:nvPicPr>
          <p:cNvPr id="134" name="Graphic 133" descr="Flowchart outline">
            <a:extLst>
              <a:ext uri="{FF2B5EF4-FFF2-40B4-BE49-F238E27FC236}">
                <a16:creationId xmlns:a16="http://schemas.microsoft.com/office/drawing/2014/main" id="{D69B35BB-4C89-173D-C84B-00CD00B22C67}"/>
              </a:ext>
            </a:extLst>
          </p:cNvPr>
          <p:cNvPicPr>
            <a:picLocks noChangeAspect="1"/>
          </p:cNvPicPr>
          <p:nvPr/>
        </p:nvPicPr>
        <p:blipFill>
          <a:blip r:embed="rId228"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8087356" y="3475306"/>
            <a:ext cx="274320" cy="274320"/>
          </a:xfrm>
          <a:prstGeom prst="rect">
            <a:avLst/>
          </a:prstGeom>
        </p:spPr>
      </p:pic>
      <p:pic>
        <p:nvPicPr>
          <p:cNvPr id="135" name="Graphic 134" descr="Hierarchy outline">
            <a:extLst>
              <a:ext uri="{FF2B5EF4-FFF2-40B4-BE49-F238E27FC236}">
                <a16:creationId xmlns:a16="http://schemas.microsoft.com/office/drawing/2014/main" id="{78F74ACF-BA90-E657-BC63-3A6DBA9ABA89}"/>
              </a:ext>
            </a:extLst>
          </p:cNvPr>
          <p:cNvPicPr>
            <a:picLocks noChangeAspect="1"/>
          </p:cNvPicPr>
          <p:nvPr/>
        </p:nvPicPr>
        <p:blipFill>
          <a:blip r:embed="rId230"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7177029" y="3742413"/>
            <a:ext cx="274320" cy="274320"/>
          </a:xfrm>
          <a:prstGeom prst="rect">
            <a:avLst/>
          </a:prstGeom>
        </p:spPr>
      </p:pic>
      <p:sp>
        <p:nvSpPr>
          <p:cNvPr id="136" name="Rectangle 135">
            <a:extLst>
              <a:ext uri="{FF2B5EF4-FFF2-40B4-BE49-F238E27FC236}">
                <a16:creationId xmlns:a16="http://schemas.microsoft.com/office/drawing/2014/main" id="{48EE0B70-53F3-6A5E-0792-B5EC33645E7C}"/>
              </a:ext>
            </a:extLst>
          </p:cNvPr>
          <p:cNvSpPr/>
          <p:nvPr/>
        </p:nvSpPr>
        <p:spPr>
          <a:xfrm>
            <a:off x="7177029" y="2664217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People &amp; Org</a:t>
            </a:r>
          </a:p>
        </p:txBody>
      </p:sp>
      <p:pic>
        <p:nvPicPr>
          <p:cNvPr id="137" name="Graphic 136" descr="Cheers outline">
            <a:extLst>
              <a:ext uri="{FF2B5EF4-FFF2-40B4-BE49-F238E27FC236}">
                <a16:creationId xmlns:a16="http://schemas.microsoft.com/office/drawing/2014/main" id="{1E05F4B4-2B8C-0DEE-3A5A-3F5282E25E75}"/>
              </a:ext>
            </a:extLst>
          </p:cNvPr>
          <p:cNvPicPr>
            <a:picLocks noChangeAspect="1"/>
          </p:cNvPicPr>
          <p:nvPr/>
        </p:nvPicPr>
        <p:blipFill>
          <a:blip r:embed="rId232"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7783913" y="2889478"/>
            <a:ext cx="274320" cy="274320"/>
          </a:xfrm>
          <a:prstGeom prst="rect">
            <a:avLst/>
          </a:prstGeom>
        </p:spPr>
      </p:pic>
      <p:pic>
        <p:nvPicPr>
          <p:cNvPr id="138" name="Graphic 137" descr="Cycle with people outline">
            <a:extLst>
              <a:ext uri="{FF2B5EF4-FFF2-40B4-BE49-F238E27FC236}">
                <a16:creationId xmlns:a16="http://schemas.microsoft.com/office/drawing/2014/main" id="{F729E02A-847A-B1DD-CE94-D763CAF1C0F4}"/>
              </a:ext>
            </a:extLst>
          </p:cNvPr>
          <p:cNvPicPr>
            <a:picLocks noChangeAspect="1"/>
          </p:cNvPicPr>
          <p:nvPr/>
        </p:nvPicPr>
        <p:blipFill>
          <a:blip r:embed="rId234"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7480471" y="3164594"/>
            <a:ext cx="274320" cy="274320"/>
          </a:xfrm>
          <a:prstGeom prst="rect">
            <a:avLst/>
          </a:prstGeom>
        </p:spPr>
      </p:pic>
      <p:pic>
        <p:nvPicPr>
          <p:cNvPr id="139" name="Graphic 138" descr="Follow outline">
            <a:extLst>
              <a:ext uri="{FF2B5EF4-FFF2-40B4-BE49-F238E27FC236}">
                <a16:creationId xmlns:a16="http://schemas.microsoft.com/office/drawing/2014/main" id="{E5070E23-2F1E-49DF-47A7-86A929DDBC5C}"/>
              </a:ext>
            </a:extLst>
          </p:cNvPr>
          <p:cNvPicPr>
            <a:picLocks noChangeAspect="1"/>
          </p:cNvPicPr>
          <p:nvPr/>
        </p:nvPicPr>
        <p:blipFill>
          <a:blip r:embed="rId236"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7783913" y="3164594"/>
            <a:ext cx="274320" cy="274320"/>
          </a:xfrm>
          <a:prstGeom prst="rect">
            <a:avLst/>
          </a:prstGeom>
        </p:spPr>
      </p:pic>
      <p:pic>
        <p:nvPicPr>
          <p:cNvPr id="140" name="Graphic 139" descr="Influencer outline">
            <a:extLst>
              <a:ext uri="{FF2B5EF4-FFF2-40B4-BE49-F238E27FC236}">
                <a16:creationId xmlns:a16="http://schemas.microsoft.com/office/drawing/2014/main" id="{24C5352F-6281-6D48-FBEA-1D7EB52CD6CC}"/>
              </a:ext>
            </a:extLst>
          </p:cNvPr>
          <p:cNvPicPr>
            <a:picLocks noChangeAspect="1"/>
          </p:cNvPicPr>
          <p:nvPr/>
        </p:nvPicPr>
        <p:blipFill>
          <a:blip r:embed="rId238"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8087356" y="2889478"/>
            <a:ext cx="274320" cy="274320"/>
          </a:xfrm>
          <a:prstGeom prst="rect">
            <a:avLst/>
          </a:prstGeom>
        </p:spPr>
      </p:pic>
      <p:pic>
        <p:nvPicPr>
          <p:cNvPr id="141" name="Graphic 140" descr="Management outline">
            <a:extLst>
              <a:ext uri="{FF2B5EF4-FFF2-40B4-BE49-F238E27FC236}">
                <a16:creationId xmlns:a16="http://schemas.microsoft.com/office/drawing/2014/main" id="{E5B1D188-A3AD-F178-547E-485A8155EEA4}"/>
              </a:ext>
            </a:extLst>
          </p:cNvPr>
          <p:cNvPicPr>
            <a:picLocks noChangeAspect="1"/>
          </p:cNvPicPr>
          <p:nvPr/>
        </p:nvPicPr>
        <p:blipFill>
          <a:blip r:embed="rId240"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7177029" y="3164594"/>
            <a:ext cx="274320" cy="274320"/>
          </a:xfrm>
          <a:prstGeom prst="rect">
            <a:avLst/>
          </a:prstGeom>
        </p:spPr>
      </p:pic>
      <p:pic>
        <p:nvPicPr>
          <p:cNvPr id="142" name="Graphic 141" descr="Meeting outline">
            <a:extLst>
              <a:ext uri="{FF2B5EF4-FFF2-40B4-BE49-F238E27FC236}">
                <a16:creationId xmlns:a16="http://schemas.microsoft.com/office/drawing/2014/main" id="{37D973B5-B01F-E850-ADBB-6F1D3CAF544F}"/>
              </a:ext>
            </a:extLst>
          </p:cNvPr>
          <p:cNvPicPr>
            <a:picLocks noChangeAspect="1"/>
          </p:cNvPicPr>
          <p:nvPr/>
        </p:nvPicPr>
        <p:blipFill>
          <a:blip r:embed="rId242">
            <a:extLs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7177029" y="2889478"/>
            <a:ext cx="274320" cy="274320"/>
          </a:xfrm>
          <a:prstGeom prst="rect">
            <a:avLst/>
          </a:prstGeom>
        </p:spPr>
      </p:pic>
      <p:pic>
        <p:nvPicPr>
          <p:cNvPr id="143" name="Graphic 142" descr="Users outline">
            <a:extLst>
              <a:ext uri="{FF2B5EF4-FFF2-40B4-BE49-F238E27FC236}">
                <a16:creationId xmlns:a16="http://schemas.microsoft.com/office/drawing/2014/main" id="{5E42E5A2-C348-D174-F66A-97E4AC394EED}"/>
              </a:ext>
            </a:extLst>
          </p:cNvPr>
          <p:cNvPicPr>
            <a:picLocks noChangeAspect="1"/>
          </p:cNvPicPr>
          <p:nvPr/>
        </p:nvPicPr>
        <p:blipFill>
          <a:blip r:embed="rId244">
            <a:extLst>
              <a:ext uri="{96DAC541-7B7A-43D3-8B79-37D633B846F1}">
                <asvg:svgBlip xmlns:asvg="http://schemas.microsoft.com/office/drawing/2016/SVG/main" r:embed="rId245"/>
              </a:ext>
            </a:extLst>
          </a:blip>
          <a:stretch>
            <a:fillRect/>
          </a:stretch>
        </p:blipFill>
        <p:spPr>
          <a:xfrm>
            <a:off x="7480471" y="2889478"/>
            <a:ext cx="274320" cy="274320"/>
          </a:xfrm>
          <a:prstGeom prst="rect">
            <a:avLst/>
          </a:prstGeom>
        </p:spPr>
      </p:pic>
      <p:pic>
        <p:nvPicPr>
          <p:cNvPr id="144" name="Graphic 143" descr="User network outline">
            <a:extLst>
              <a:ext uri="{FF2B5EF4-FFF2-40B4-BE49-F238E27FC236}">
                <a16:creationId xmlns:a16="http://schemas.microsoft.com/office/drawing/2014/main" id="{8A3467AE-E7DC-AB9C-3C3F-A53FD1F02F10}"/>
              </a:ext>
            </a:extLst>
          </p:cNvPr>
          <p:cNvPicPr>
            <a:picLocks noChangeAspect="1"/>
          </p:cNvPicPr>
          <p:nvPr/>
        </p:nvPicPr>
        <p:blipFill>
          <a:blip r:embed="rId246">
            <a:extLst>
              <a:ext uri="{96DAC541-7B7A-43D3-8B79-37D633B846F1}">
                <asvg:svgBlip xmlns:asvg="http://schemas.microsoft.com/office/drawing/2016/SVG/main" r:embed="rId247"/>
              </a:ext>
            </a:extLst>
          </a:blip>
          <a:stretch>
            <a:fillRect/>
          </a:stretch>
        </p:blipFill>
        <p:spPr>
          <a:xfrm>
            <a:off x="7177029" y="3475306"/>
            <a:ext cx="274320" cy="274320"/>
          </a:xfrm>
          <a:prstGeom prst="rect">
            <a:avLst/>
          </a:prstGeom>
        </p:spPr>
      </p:pic>
      <p:pic>
        <p:nvPicPr>
          <p:cNvPr id="145" name="Graphic 144" descr="Group brainstorm outline">
            <a:extLst>
              <a:ext uri="{FF2B5EF4-FFF2-40B4-BE49-F238E27FC236}">
                <a16:creationId xmlns:a16="http://schemas.microsoft.com/office/drawing/2014/main" id="{87CCE8E3-43DA-4BED-F672-B0F934E5B9CE}"/>
              </a:ext>
            </a:extLst>
          </p:cNvPr>
          <p:cNvPicPr>
            <a:picLocks noChangeAspect="1"/>
          </p:cNvPicPr>
          <p:nvPr/>
        </p:nvPicPr>
        <p:blipFill>
          <a:blip r:embed="rId248">
            <a:extLst>
              <a:ext uri="{96DAC541-7B7A-43D3-8B79-37D633B846F1}">
                <asvg:svgBlip xmlns:asvg="http://schemas.microsoft.com/office/drawing/2016/SVG/main" r:embed="rId249"/>
              </a:ext>
            </a:extLst>
          </a:blip>
          <a:stretch>
            <a:fillRect/>
          </a:stretch>
        </p:blipFill>
        <p:spPr>
          <a:xfrm>
            <a:off x="7418925" y="3457721"/>
            <a:ext cx="388620" cy="300697"/>
          </a:xfrm>
          <a:prstGeom prst="rect">
            <a:avLst/>
          </a:prstGeom>
        </p:spPr>
      </p:pic>
      <p:pic>
        <p:nvPicPr>
          <p:cNvPr id="146" name="Graphic 145" descr="Boardroom outline">
            <a:extLst>
              <a:ext uri="{FF2B5EF4-FFF2-40B4-BE49-F238E27FC236}">
                <a16:creationId xmlns:a16="http://schemas.microsoft.com/office/drawing/2014/main" id="{83DC19B7-8422-F3E7-1423-BA392DD7F559}"/>
              </a:ext>
            </a:extLst>
          </p:cNvPr>
          <p:cNvPicPr>
            <a:picLocks noChangeAspect="1"/>
          </p:cNvPicPr>
          <p:nvPr/>
        </p:nvPicPr>
        <p:blipFill>
          <a:blip r:embed="rId250">
            <a:extLst>
              <a:ext uri="{96DAC541-7B7A-43D3-8B79-37D633B846F1}">
                <asvg:svgBlip xmlns:asvg="http://schemas.microsoft.com/office/drawing/2016/SVG/main" r:embed="rId251"/>
              </a:ext>
            </a:extLst>
          </a:blip>
          <a:stretch>
            <a:fillRect/>
          </a:stretch>
        </p:blipFill>
        <p:spPr>
          <a:xfrm>
            <a:off x="7757536" y="3413759"/>
            <a:ext cx="371036" cy="406207"/>
          </a:xfrm>
          <a:prstGeom prst="rect">
            <a:avLst/>
          </a:prstGeom>
        </p:spPr>
      </p:pic>
      <p:pic>
        <p:nvPicPr>
          <p:cNvPr id="147" name="Graphic 146" descr="User outline">
            <a:extLst>
              <a:ext uri="{FF2B5EF4-FFF2-40B4-BE49-F238E27FC236}">
                <a16:creationId xmlns:a16="http://schemas.microsoft.com/office/drawing/2014/main" id="{9BCFD524-4A4E-A589-D962-A1F8FE8EC587}"/>
              </a:ext>
            </a:extLst>
          </p:cNvPr>
          <p:cNvPicPr>
            <a:picLocks noChangeAspect="1"/>
          </p:cNvPicPr>
          <p:nvPr/>
        </p:nvPicPr>
        <p:blipFill>
          <a:blip r:embed="rId252">
            <a:extLst>
              <a:ext uri="{96DAC541-7B7A-43D3-8B79-37D633B846F1}">
                <asvg:svgBlip xmlns:asvg="http://schemas.microsoft.com/office/drawing/2016/SVG/main" r:embed="rId253"/>
              </a:ext>
            </a:extLst>
          </a:blip>
          <a:stretch>
            <a:fillRect/>
          </a:stretch>
        </p:blipFill>
        <p:spPr>
          <a:xfrm>
            <a:off x="8087356" y="3164594"/>
            <a:ext cx="274320" cy="274320"/>
          </a:xfrm>
          <a:prstGeom prst="rect">
            <a:avLst/>
          </a:prstGeom>
        </p:spPr>
      </p:pic>
      <p:pic>
        <p:nvPicPr>
          <p:cNvPr id="148" name="Graphic 147" descr="Clapper board outline">
            <a:extLst>
              <a:ext uri="{FF2B5EF4-FFF2-40B4-BE49-F238E27FC236}">
                <a16:creationId xmlns:a16="http://schemas.microsoft.com/office/drawing/2014/main" id="{3A7071BB-E78E-5897-3132-C4F834ACA079}"/>
              </a:ext>
            </a:extLst>
          </p:cNvPr>
          <p:cNvPicPr>
            <a:picLocks noChangeAspect="1"/>
          </p:cNvPicPr>
          <p:nvPr/>
        </p:nvPicPr>
        <p:blipFill>
          <a:blip r:embed="rId254">
            <a:extLst>
              <a:ext uri="{96DAC541-7B7A-43D3-8B79-37D633B846F1}">
                <asvg:svgBlip xmlns:asvg="http://schemas.microsoft.com/office/drawing/2016/SVG/main" r:embed="rId255"/>
              </a:ext>
            </a:extLst>
          </a:blip>
          <a:stretch>
            <a:fillRect/>
          </a:stretch>
        </p:blipFill>
        <p:spPr>
          <a:xfrm>
            <a:off x="6069893" y="4077404"/>
            <a:ext cx="274320" cy="274320"/>
          </a:xfrm>
          <a:prstGeom prst="rect">
            <a:avLst/>
          </a:prstGeom>
        </p:spPr>
      </p:pic>
      <p:pic>
        <p:nvPicPr>
          <p:cNvPr id="149" name="Graphic 148" descr="Film strip outline">
            <a:extLst>
              <a:ext uri="{FF2B5EF4-FFF2-40B4-BE49-F238E27FC236}">
                <a16:creationId xmlns:a16="http://schemas.microsoft.com/office/drawing/2014/main" id="{D90E8BAA-2A3F-9A2A-9711-7E6D7147B16F}"/>
              </a:ext>
            </a:extLst>
          </p:cNvPr>
          <p:cNvPicPr>
            <a:picLocks noChangeAspect="1"/>
          </p:cNvPicPr>
          <p:nvPr/>
        </p:nvPicPr>
        <p:blipFill>
          <a:blip r:embed="rId256">
            <a:extLst>
              <a:ext uri="{96DAC541-7B7A-43D3-8B79-37D633B846F1}">
                <asvg:svgBlip xmlns:asvg="http://schemas.microsoft.com/office/drawing/2016/SVG/main" r:embed="rId257"/>
              </a:ext>
            </a:extLst>
          </a:blip>
          <a:stretch>
            <a:fillRect/>
          </a:stretch>
        </p:blipFill>
        <p:spPr>
          <a:xfrm>
            <a:off x="5759810" y="4077404"/>
            <a:ext cx="274320" cy="274320"/>
          </a:xfrm>
          <a:prstGeom prst="rect">
            <a:avLst/>
          </a:prstGeom>
        </p:spPr>
      </p:pic>
      <p:pic>
        <p:nvPicPr>
          <p:cNvPr id="150" name="Graphic 149" descr="Garbage outline">
            <a:extLst>
              <a:ext uri="{FF2B5EF4-FFF2-40B4-BE49-F238E27FC236}">
                <a16:creationId xmlns:a16="http://schemas.microsoft.com/office/drawing/2014/main" id="{7BCA5987-9203-474D-F36C-A55C857DF825}"/>
              </a:ext>
            </a:extLst>
          </p:cNvPr>
          <p:cNvPicPr>
            <a:picLocks noChangeAspect="1"/>
          </p:cNvPicPr>
          <p:nvPr/>
        </p:nvPicPr>
        <p:blipFill>
          <a:blip r:embed="rId258">
            <a:extLst>
              <a:ext uri="{96DAC541-7B7A-43D3-8B79-37D633B846F1}">
                <asvg:svgBlip xmlns:asvg="http://schemas.microsoft.com/office/drawing/2016/SVG/main" r:embed="rId259"/>
              </a:ext>
            </a:extLst>
          </a:blip>
          <a:stretch>
            <a:fillRect/>
          </a:stretch>
        </p:blipFill>
        <p:spPr>
          <a:xfrm>
            <a:off x="5449727" y="4392111"/>
            <a:ext cx="274320" cy="274320"/>
          </a:xfrm>
          <a:prstGeom prst="rect">
            <a:avLst/>
          </a:prstGeom>
        </p:spPr>
      </p:pic>
      <p:pic>
        <p:nvPicPr>
          <p:cNvPr id="151" name="Graphic 150" descr="Hamburger Menu Icon outline">
            <a:extLst>
              <a:ext uri="{FF2B5EF4-FFF2-40B4-BE49-F238E27FC236}">
                <a16:creationId xmlns:a16="http://schemas.microsoft.com/office/drawing/2014/main" id="{5EC8A5D5-EAFD-A692-7118-FFEF8B553943}"/>
              </a:ext>
            </a:extLst>
          </p:cNvPr>
          <p:cNvPicPr>
            <a:picLocks noChangeAspect="1"/>
          </p:cNvPicPr>
          <p:nvPr/>
        </p:nvPicPr>
        <p:blipFill>
          <a:blip r:embed="rId260">
            <a:extLst>
              <a:ext uri="{96DAC541-7B7A-43D3-8B79-37D633B846F1}">
                <asvg:svgBlip xmlns:asvg="http://schemas.microsoft.com/office/drawing/2016/SVG/main" r:embed="rId261"/>
              </a:ext>
            </a:extLst>
          </a:blip>
          <a:stretch>
            <a:fillRect/>
          </a:stretch>
        </p:blipFill>
        <p:spPr>
          <a:xfrm>
            <a:off x="6379977" y="4077404"/>
            <a:ext cx="274320" cy="274320"/>
          </a:xfrm>
          <a:prstGeom prst="rect">
            <a:avLst/>
          </a:prstGeom>
        </p:spPr>
      </p:pic>
      <p:pic>
        <p:nvPicPr>
          <p:cNvPr id="152" name="Graphic 151" descr="Lightning outline">
            <a:extLst>
              <a:ext uri="{FF2B5EF4-FFF2-40B4-BE49-F238E27FC236}">
                <a16:creationId xmlns:a16="http://schemas.microsoft.com/office/drawing/2014/main" id="{AA5CA69F-D978-9A69-6559-D622DE28C71A}"/>
              </a:ext>
            </a:extLst>
          </p:cNvPr>
          <p:cNvPicPr>
            <a:picLocks noChangeAspect="1"/>
          </p:cNvPicPr>
          <p:nvPr/>
        </p:nvPicPr>
        <p:blipFill>
          <a:blip r:embed="rId262">
            <a:extLst>
              <a:ext uri="{96DAC541-7B7A-43D3-8B79-37D633B846F1}">
                <asvg:svgBlip xmlns:asvg="http://schemas.microsoft.com/office/drawing/2016/SVG/main" r:embed="rId263"/>
              </a:ext>
            </a:extLst>
          </a:blip>
          <a:stretch>
            <a:fillRect/>
          </a:stretch>
        </p:blipFill>
        <p:spPr>
          <a:xfrm>
            <a:off x="6069787" y="4694249"/>
            <a:ext cx="274320" cy="274320"/>
          </a:xfrm>
          <a:prstGeom prst="rect">
            <a:avLst/>
          </a:prstGeom>
        </p:spPr>
      </p:pic>
      <p:pic>
        <p:nvPicPr>
          <p:cNvPr id="153" name="Graphic 152" descr="Mute speaker outline">
            <a:extLst>
              <a:ext uri="{FF2B5EF4-FFF2-40B4-BE49-F238E27FC236}">
                <a16:creationId xmlns:a16="http://schemas.microsoft.com/office/drawing/2014/main" id="{0EFCC00E-6AE0-2A9D-9626-7D78EEEF8B5F}"/>
              </a:ext>
            </a:extLst>
          </p:cNvPr>
          <p:cNvPicPr>
            <a:picLocks noChangeAspect="1"/>
          </p:cNvPicPr>
          <p:nvPr/>
        </p:nvPicPr>
        <p:blipFill>
          <a:blip r:embed="rId264">
            <a:extLst>
              <a:ext uri="{96DAC541-7B7A-43D3-8B79-37D633B846F1}">
                <asvg:svgBlip xmlns:asvg="http://schemas.microsoft.com/office/drawing/2016/SVG/main" r:embed="rId265"/>
              </a:ext>
            </a:extLst>
          </a:blip>
          <a:stretch>
            <a:fillRect/>
          </a:stretch>
        </p:blipFill>
        <p:spPr>
          <a:xfrm>
            <a:off x="5449727" y="4077404"/>
            <a:ext cx="274320" cy="274320"/>
          </a:xfrm>
          <a:prstGeom prst="rect">
            <a:avLst/>
          </a:prstGeom>
        </p:spPr>
      </p:pic>
      <p:pic>
        <p:nvPicPr>
          <p:cNvPr id="154" name="Graphic 153" descr="Priorities outline">
            <a:extLst>
              <a:ext uri="{FF2B5EF4-FFF2-40B4-BE49-F238E27FC236}">
                <a16:creationId xmlns:a16="http://schemas.microsoft.com/office/drawing/2014/main" id="{EB82CE5C-92DF-1675-AAC5-5B83979B2C8F}"/>
              </a:ext>
            </a:extLst>
          </p:cNvPr>
          <p:cNvPicPr>
            <a:picLocks noChangeAspect="1"/>
          </p:cNvPicPr>
          <p:nvPr/>
        </p:nvPicPr>
        <p:blipFill>
          <a:blip r:embed="rId266">
            <a:extLst>
              <a:ext uri="{96DAC541-7B7A-43D3-8B79-37D633B846F1}">
                <asvg:svgBlip xmlns:asvg="http://schemas.microsoft.com/office/drawing/2016/SVG/main" r:embed="rId267"/>
              </a:ext>
            </a:extLst>
          </a:blip>
          <a:stretch>
            <a:fillRect/>
          </a:stretch>
        </p:blipFill>
        <p:spPr>
          <a:xfrm>
            <a:off x="6058984" y="4392111"/>
            <a:ext cx="274320" cy="274320"/>
          </a:xfrm>
          <a:prstGeom prst="rect">
            <a:avLst/>
          </a:prstGeom>
        </p:spPr>
      </p:pic>
      <p:pic>
        <p:nvPicPr>
          <p:cNvPr id="155" name="Graphic 154" descr="Puzzle pieces outline">
            <a:extLst>
              <a:ext uri="{FF2B5EF4-FFF2-40B4-BE49-F238E27FC236}">
                <a16:creationId xmlns:a16="http://schemas.microsoft.com/office/drawing/2014/main" id="{3B72FD60-1728-AFE7-3F90-96C59ADC0F6D}"/>
              </a:ext>
            </a:extLst>
          </p:cNvPr>
          <p:cNvPicPr>
            <a:picLocks noChangeAspect="1"/>
          </p:cNvPicPr>
          <p:nvPr/>
        </p:nvPicPr>
        <p:blipFill>
          <a:blip r:embed="rId268">
            <a:extLst>
              <a:ext uri="{96DAC541-7B7A-43D3-8B79-37D633B846F1}">
                <asvg:svgBlip xmlns:asvg="http://schemas.microsoft.com/office/drawing/2016/SVG/main" r:embed="rId269"/>
              </a:ext>
            </a:extLst>
          </a:blip>
          <a:stretch>
            <a:fillRect/>
          </a:stretch>
        </p:blipFill>
        <p:spPr>
          <a:xfrm>
            <a:off x="6379977" y="4392111"/>
            <a:ext cx="274320" cy="274320"/>
          </a:xfrm>
          <a:prstGeom prst="rect">
            <a:avLst/>
          </a:prstGeom>
        </p:spPr>
      </p:pic>
      <p:pic>
        <p:nvPicPr>
          <p:cNvPr id="156" name="Graphic 155" descr="Renovation (House With Sparkles) outline">
            <a:extLst>
              <a:ext uri="{FF2B5EF4-FFF2-40B4-BE49-F238E27FC236}">
                <a16:creationId xmlns:a16="http://schemas.microsoft.com/office/drawing/2014/main" id="{66B23DF9-CD3A-4302-531A-19751EEBEB16}"/>
              </a:ext>
            </a:extLst>
          </p:cNvPr>
          <p:cNvPicPr>
            <a:picLocks noChangeAspect="1"/>
          </p:cNvPicPr>
          <p:nvPr/>
        </p:nvPicPr>
        <p:blipFill>
          <a:blip r:embed="rId270">
            <a:extLst>
              <a:ext uri="{96DAC541-7B7A-43D3-8B79-37D633B846F1}">
                <asvg:svgBlip xmlns:asvg="http://schemas.microsoft.com/office/drawing/2016/SVG/main" r:embed="rId271"/>
              </a:ext>
            </a:extLst>
          </a:blip>
          <a:stretch>
            <a:fillRect/>
          </a:stretch>
        </p:blipFill>
        <p:spPr>
          <a:xfrm>
            <a:off x="5753169" y="4392111"/>
            <a:ext cx="274320" cy="274320"/>
          </a:xfrm>
          <a:prstGeom prst="rect">
            <a:avLst/>
          </a:prstGeom>
        </p:spPr>
      </p:pic>
      <p:pic>
        <p:nvPicPr>
          <p:cNvPr id="157" name="Graphic 156" descr="Ruler outline">
            <a:extLst>
              <a:ext uri="{FF2B5EF4-FFF2-40B4-BE49-F238E27FC236}">
                <a16:creationId xmlns:a16="http://schemas.microsoft.com/office/drawing/2014/main" id="{C08C8DB0-ACD5-71BE-9A47-45BAEF18F81E}"/>
              </a:ext>
            </a:extLst>
          </p:cNvPr>
          <p:cNvPicPr>
            <a:picLocks noChangeAspect="1"/>
          </p:cNvPicPr>
          <p:nvPr/>
        </p:nvPicPr>
        <p:blipFill>
          <a:blip r:embed="rId272">
            <a:extLst>
              <a:ext uri="{96DAC541-7B7A-43D3-8B79-37D633B846F1}">
                <asvg:svgBlip xmlns:asvg="http://schemas.microsoft.com/office/drawing/2016/SVG/main" r:embed="rId273"/>
              </a:ext>
            </a:extLst>
          </a:blip>
          <a:stretch>
            <a:fillRect/>
          </a:stretch>
        </p:blipFill>
        <p:spPr>
          <a:xfrm>
            <a:off x="5759757" y="4694249"/>
            <a:ext cx="274320" cy="274320"/>
          </a:xfrm>
          <a:prstGeom prst="rect">
            <a:avLst/>
          </a:prstGeom>
        </p:spPr>
      </p:pic>
      <p:pic>
        <p:nvPicPr>
          <p:cNvPr id="158" name="Graphic 157" descr="Triangle Ruler outline">
            <a:extLst>
              <a:ext uri="{FF2B5EF4-FFF2-40B4-BE49-F238E27FC236}">
                <a16:creationId xmlns:a16="http://schemas.microsoft.com/office/drawing/2014/main" id="{3CD444D3-1BA1-4146-EE0E-F6B894F92B54}"/>
              </a:ext>
            </a:extLst>
          </p:cNvPr>
          <p:cNvPicPr>
            <a:picLocks noChangeAspect="1"/>
          </p:cNvPicPr>
          <p:nvPr/>
        </p:nvPicPr>
        <p:blipFill>
          <a:blip r:embed="rId274">
            <a:extLst>
              <a:ext uri="{96DAC541-7B7A-43D3-8B79-37D633B846F1}">
                <asvg:svgBlip xmlns:asvg="http://schemas.microsoft.com/office/drawing/2016/SVG/main" r:embed="rId275"/>
              </a:ext>
            </a:extLst>
          </a:blip>
          <a:stretch>
            <a:fillRect/>
          </a:stretch>
        </p:blipFill>
        <p:spPr>
          <a:xfrm>
            <a:off x="5449727" y="4694249"/>
            <a:ext cx="274320" cy="274320"/>
          </a:xfrm>
          <a:prstGeom prst="rect">
            <a:avLst/>
          </a:prstGeom>
        </p:spPr>
      </p:pic>
      <p:sp>
        <p:nvSpPr>
          <p:cNvPr id="159" name="Rectangle 158">
            <a:extLst>
              <a:ext uri="{FF2B5EF4-FFF2-40B4-BE49-F238E27FC236}">
                <a16:creationId xmlns:a16="http://schemas.microsoft.com/office/drawing/2014/main" id="{83073A74-8890-C97A-6FE6-29B82960EF88}"/>
              </a:ext>
            </a:extLst>
          </p:cNvPr>
          <p:cNvSpPr/>
          <p:nvPr/>
        </p:nvSpPr>
        <p:spPr>
          <a:xfrm>
            <a:off x="5449727" y="3832280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Misc</a:t>
            </a:r>
          </a:p>
        </p:txBody>
      </p:sp>
      <p:pic>
        <p:nvPicPr>
          <p:cNvPr id="160" name="Graphic 159" descr="Planet outline">
            <a:extLst>
              <a:ext uri="{FF2B5EF4-FFF2-40B4-BE49-F238E27FC236}">
                <a16:creationId xmlns:a16="http://schemas.microsoft.com/office/drawing/2014/main" id="{3497352E-3FD7-17FA-F9FC-36A6D437CCDB}"/>
              </a:ext>
            </a:extLst>
          </p:cNvPr>
          <p:cNvPicPr>
            <a:picLocks noChangeAspect="1"/>
          </p:cNvPicPr>
          <p:nvPr/>
        </p:nvPicPr>
        <p:blipFill>
          <a:blip r:embed="rId276">
            <a:extLst>
              <a:ext uri="{96DAC541-7B7A-43D3-8B79-37D633B846F1}">
                <asvg:svgBlip xmlns:asvg="http://schemas.microsoft.com/office/drawing/2016/SVG/main" r:embed="rId277"/>
              </a:ext>
            </a:extLst>
          </a:blip>
          <a:stretch>
            <a:fillRect/>
          </a:stretch>
        </p:blipFill>
        <p:spPr>
          <a:xfrm>
            <a:off x="7742765" y="4371715"/>
            <a:ext cx="274320" cy="274320"/>
          </a:xfrm>
          <a:prstGeom prst="rect">
            <a:avLst/>
          </a:prstGeom>
        </p:spPr>
      </p:pic>
      <p:pic>
        <p:nvPicPr>
          <p:cNvPr id="161" name="Graphic 160" descr="Dinosaur Egg outline">
            <a:extLst>
              <a:ext uri="{FF2B5EF4-FFF2-40B4-BE49-F238E27FC236}">
                <a16:creationId xmlns:a16="http://schemas.microsoft.com/office/drawing/2014/main" id="{8697570A-2A60-F25E-4A3B-2126A7CB16B7}"/>
              </a:ext>
            </a:extLst>
          </p:cNvPr>
          <p:cNvPicPr>
            <a:picLocks noChangeAspect="1"/>
          </p:cNvPicPr>
          <p:nvPr/>
        </p:nvPicPr>
        <p:blipFill>
          <a:blip r:embed="rId278">
            <a:extLst>
              <a:ext uri="{96DAC541-7B7A-43D3-8B79-37D633B846F1}">
                <asvg:svgBlip xmlns:asvg="http://schemas.microsoft.com/office/drawing/2016/SVG/main" r:embed="rId279"/>
              </a:ext>
            </a:extLst>
          </a:blip>
          <a:stretch>
            <a:fillRect/>
          </a:stretch>
        </p:blipFill>
        <p:spPr>
          <a:xfrm>
            <a:off x="7439323" y="4371715"/>
            <a:ext cx="274320" cy="274320"/>
          </a:xfrm>
          <a:prstGeom prst="rect">
            <a:avLst/>
          </a:prstGeom>
        </p:spPr>
      </p:pic>
      <p:pic>
        <p:nvPicPr>
          <p:cNvPr id="162" name="Graphic 161" descr="Kitten outline">
            <a:extLst>
              <a:ext uri="{FF2B5EF4-FFF2-40B4-BE49-F238E27FC236}">
                <a16:creationId xmlns:a16="http://schemas.microsoft.com/office/drawing/2014/main" id="{9F66E107-8615-DB39-F2D6-0B6570ADE650}"/>
              </a:ext>
            </a:extLst>
          </p:cNvPr>
          <p:cNvPicPr>
            <a:picLocks noChangeAspect="1"/>
          </p:cNvPicPr>
          <p:nvPr/>
        </p:nvPicPr>
        <p:blipFill>
          <a:blip r:embed="rId280">
            <a:extLst>
              <a:ext uri="{96DAC541-7B7A-43D3-8B79-37D633B846F1}">
                <asvg:svgBlip xmlns:asvg="http://schemas.microsoft.com/office/drawing/2016/SVG/main" r:embed="rId281"/>
              </a:ext>
            </a:extLst>
          </a:blip>
          <a:stretch>
            <a:fillRect/>
          </a:stretch>
        </p:blipFill>
        <p:spPr>
          <a:xfrm>
            <a:off x="7135881" y="4371715"/>
            <a:ext cx="274320" cy="274320"/>
          </a:xfrm>
          <a:prstGeom prst="rect">
            <a:avLst/>
          </a:prstGeom>
        </p:spPr>
      </p:pic>
      <p:pic>
        <p:nvPicPr>
          <p:cNvPr id="163" name="Graphic 162" descr="Narwhale outline">
            <a:extLst>
              <a:ext uri="{FF2B5EF4-FFF2-40B4-BE49-F238E27FC236}">
                <a16:creationId xmlns:a16="http://schemas.microsoft.com/office/drawing/2014/main" id="{30772137-7314-C7D4-BE3D-6F2239C4C2BC}"/>
              </a:ext>
            </a:extLst>
          </p:cNvPr>
          <p:cNvPicPr>
            <a:picLocks noChangeAspect="1"/>
          </p:cNvPicPr>
          <p:nvPr/>
        </p:nvPicPr>
        <p:blipFill>
          <a:blip r:embed="rId282">
            <a:extLst>
              <a:ext uri="{96DAC541-7B7A-43D3-8B79-37D633B846F1}">
                <asvg:svgBlip xmlns:asvg="http://schemas.microsoft.com/office/drawing/2016/SVG/main" r:embed="rId283"/>
              </a:ext>
            </a:extLst>
          </a:blip>
          <a:stretch>
            <a:fillRect/>
          </a:stretch>
        </p:blipFill>
        <p:spPr>
          <a:xfrm>
            <a:off x="8087356" y="4371715"/>
            <a:ext cx="274320" cy="274320"/>
          </a:xfrm>
          <a:prstGeom prst="rect">
            <a:avLst/>
          </a:prstGeom>
        </p:spPr>
      </p:pic>
      <p:sp>
        <p:nvSpPr>
          <p:cNvPr id="164" name="Rectangle 163">
            <a:extLst>
              <a:ext uri="{FF2B5EF4-FFF2-40B4-BE49-F238E27FC236}">
                <a16:creationId xmlns:a16="http://schemas.microsoft.com/office/drawing/2014/main" id="{BB6F17A5-2AD4-3823-28E5-640C04FB90FC}"/>
              </a:ext>
            </a:extLst>
          </p:cNvPr>
          <p:cNvSpPr/>
          <p:nvPr/>
        </p:nvSpPr>
        <p:spPr>
          <a:xfrm>
            <a:off x="7121382" y="4168190"/>
            <a:ext cx="1184647" cy="18288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Vibes</a:t>
            </a:r>
          </a:p>
        </p:txBody>
      </p:sp>
      <p:pic>
        <p:nvPicPr>
          <p:cNvPr id="7" name="Graphic 36" descr="Braille outline">
            <a:extLst>
              <a:ext uri="{FF2B5EF4-FFF2-40B4-BE49-F238E27FC236}">
                <a16:creationId xmlns:a16="http://schemas.microsoft.com/office/drawing/2014/main" id="{1B912E5A-D91F-2371-5BA2-FD45196400BE}"/>
              </a:ext>
            </a:extLst>
          </p:cNvPr>
          <p:cNvPicPr>
            <a:picLocks noChangeAspect="1"/>
          </p:cNvPicPr>
          <p:nvPr/>
        </p:nvPicPr>
        <p:blipFill>
          <a:blip r:embed="rId28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5"/>
              </a:ext>
            </a:extLst>
          </a:blip>
          <a:stretch>
            <a:fillRect/>
          </a:stretch>
        </p:blipFill>
        <p:spPr>
          <a:xfrm>
            <a:off x="8110982" y="2266873"/>
            <a:ext cx="273007" cy="270928"/>
          </a:xfrm>
          <a:prstGeom prst="rect">
            <a:avLst/>
          </a:prstGeom>
        </p:spPr>
      </p:pic>
      <p:pic>
        <p:nvPicPr>
          <p:cNvPr id="165" name="Graphic 16" descr="Lost outline">
            <a:extLst>
              <a:ext uri="{FF2B5EF4-FFF2-40B4-BE49-F238E27FC236}">
                <a16:creationId xmlns:a16="http://schemas.microsoft.com/office/drawing/2014/main" id="{1796480A-7661-B16C-FFE5-B42238DDC2DF}"/>
              </a:ext>
            </a:extLst>
          </p:cNvPr>
          <p:cNvPicPr>
            <a:picLocks noChangeAspect="1"/>
          </p:cNvPicPr>
          <p:nvPr/>
        </p:nvPicPr>
        <p:blipFill>
          <a:blip r:embed="rId28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7"/>
              </a:ext>
            </a:extLst>
          </a:blip>
          <a:stretch>
            <a:fillRect/>
          </a:stretch>
        </p:blipFill>
        <p:spPr>
          <a:xfrm>
            <a:off x="6379817" y="4694249"/>
            <a:ext cx="274640" cy="275962"/>
          </a:xfrm>
          <a:prstGeom prst="rect">
            <a:avLst/>
          </a:prstGeom>
        </p:spPr>
      </p:pic>
      <p:pic>
        <p:nvPicPr>
          <p:cNvPr id="166" name="Graphic 165">
            <a:extLst>
              <a:ext uri="{FF2B5EF4-FFF2-40B4-BE49-F238E27FC236}">
                <a16:creationId xmlns:a16="http://schemas.microsoft.com/office/drawing/2014/main" id="{ABABF344-F018-2E89-C34D-C7C5C7246D7C}"/>
              </a:ext>
            </a:extLst>
          </p:cNvPr>
          <p:cNvPicPr>
            <a:picLocks noChangeAspect="1"/>
          </p:cNvPicPr>
          <p:nvPr/>
        </p:nvPicPr>
        <p:blipFill rotWithShape="1">
          <a:blip r:embed="rId288">
            <a:extLst>
              <a:ext uri="{96DAC541-7B7A-43D3-8B79-37D633B846F1}">
                <asvg:svgBlip xmlns:asvg="http://schemas.microsoft.com/office/drawing/2016/SVG/main" r:embed="rId289"/>
              </a:ext>
            </a:extLst>
          </a:blip>
          <a:srcRect l="9554" t="3138" r="10332" b="23261"/>
          <a:stretch/>
        </p:blipFill>
        <p:spPr>
          <a:xfrm>
            <a:off x="2378050" y="4554762"/>
            <a:ext cx="238878" cy="274320"/>
          </a:xfrm>
          <a:prstGeom prst="rect">
            <a:avLst/>
          </a:prstGeom>
        </p:spPr>
      </p:pic>
      <p:pic>
        <p:nvPicPr>
          <p:cNvPr id="167" name="Graphic 166">
            <a:extLst>
              <a:ext uri="{FF2B5EF4-FFF2-40B4-BE49-F238E27FC236}">
                <a16:creationId xmlns:a16="http://schemas.microsoft.com/office/drawing/2014/main" id="{021B9929-9594-70A8-9E9D-CA13F2707E03}"/>
              </a:ext>
            </a:extLst>
          </p:cNvPr>
          <p:cNvPicPr>
            <a:picLocks noChangeAspect="1"/>
          </p:cNvPicPr>
          <p:nvPr/>
        </p:nvPicPr>
        <p:blipFill rotWithShape="1">
          <a:blip r:embed="rId290">
            <a:extLst>
              <a:ext uri="{96DAC541-7B7A-43D3-8B79-37D633B846F1}">
                <asvg:svgBlip xmlns:asvg="http://schemas.microsoft.com/office/drawing/2016/SVG/main" r:embed="rId291"/>
              </a:ext>
            </a:extLst>
          </a:blip>
          <a:srcRect l="13816" t="7202" r="13917" b="26878"/>
          <a:stretch/>
        </p:blipFill>
        <p:spPr>
          <a:xfrm>
            <a:off x="7492303" y="3747624"/>
            <a:ext cx="242249" cy="276217"/>
          </a:xfrm>
          <a:prstGeom prst="rect">
            <a:avLst/>
          </a:prstGeom>
        </p:spPr>
      </p:pic>
      <p:pic>
        <p:nvPicPr>
          <p:cNvPr id="168" name="Graphic 167" descr="Employee badge outline">
            <a:extLst>
              <a:ext uri="{FF2B5EF4-FFF2-40B4-BE49-F238E27FC236}">
                <a16:creationId xmlns:a16="http://schemas.microsoft.com/office/drawing/2014/main" id="{8E4540AB-28D1-D665-8683-B527DFD7E0D0}"/>
              </a:ext>
            </a:extLst>
          </p:cNvPr>
          <p:cNvPicPr>
            <a:picLocks noChangeAspect="1"/>
          </p:cNvPicPr>
          <p:nvPr/>
        </p:nvPicPr>
        <p:blipFill>
          <a:blip r:embed="rId292">
            <a:extLst>
              <a:ext uri="{96DAC541-7B7A-43D3-8B79-37D633B846F1}">
                <asvg:svgBlip xmlns:asvg="http://schemas.microsoft.com/office/drawing/2016/SVG/main" r:embed="rId293"/>
              </a:ext>
            </a:extLst>
          </a:blip>
          <a:stretch>
            <a:fillRect/>
          </a:stretch>
        </p:blipFill>
        <p:spPr>
          <a:xfrm>
            <a:off x="1160753" y="2634488"/>
            <a:ext cx="274320" cy="28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230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Aberdeen Colors">
      <a:dk1>
        <a:srgbClr val="404040"/>
      </a:dk1>
      <a:lt1>
        <a:srgbClr val="FFFFFF"/>
      </a:lt1>
      <a:dk2>
        <a:srgbClr val="44B0B1"/>
      </a:dk2>
      <a:lt2>
        <a:srgbClr val="09375F"/>
      </a:lt2>
      <a:accent1>
        <a:srgbClr val="09375F"/>
      </a:accent1>
      <a:accent2>
        <a:srgbClr val="03CBFF"/>
      </a:accent2>
      <a:accent3>
        <a:srgbClr val="00A676"/>
      </a:accent3>
      <a:accent4>
        <a:srgbClr val="F7CE01"/>
      </a:accent4>
      <a:accent5>
        <a:srgbClr val="BD8CFF"/>
      </a:accent5>
      <a:accent6>
        <a:srgbClr val="D85049"/>
      </a:accent6>
      <a:hlink>
        <a:srgbClr val="0072AD"/>
      </a:hlink>
      <a:folHlink>
        <a:srgbClr val="041B2F"/>
      </a:folHlink>
    </a:clrScheme>
    <a:fontScheme name="Aberdeen 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2"/>
          </a:solidFill>
        </a:ln>
        <a:effectLst/>
      </a:spPr>
      <a:bodyPr rtlCol="0" anchor="ctr"/>
      <a:lstStyle>
        <a:defPPr algn="ctr">
          <a:defRPr sz="14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erdeen Slide Scratchpad 4.10" id="{46B2C024-FD6C-41EF-8A6C-2678C19FDAF5}" vid="{2915C20E-64BF-4E82-BFD3-FBB6D44EDD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5916689-acda-41fd-a239-758ae913ac7e" xsi:nil="true"/>
    <lcf76f155ced4ddcb4097134ff3c332f xmlns="b16e42f6-d871-4fc1-a8fc-1f157027ccb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291BBE8FD7C84CA70CDF4C2868A289" ma:contentTypeVersion="18" ma:contentTypeDescription="Create a new document." ma:contentTypeScope="" ma:versionID="77b719284cfcb1b4ce7293fa85153b5d">
  <xsd:schema xmlns:xsd="http://www.w3.org/2001/XMLSchema" xmlns:xs="http://www.w3.org/2001/XMLSchema" xmlns:p="http://schemas.microsoft.com/office/2006/metadata/properties" xmlns:ns2="b16e42f6-d871-4fc1-a8fc-1f157027ccbe" xmlns:ns3="65916689-acda-41fd-a239-758ae913ac7e" targetNamespace="http://schemas.microsoft.com/office/2006/metadata/properties" ma:root="true" ma:fieldsID="9dfa5295c7243027d60c82b29c201230" ns2:_="" ns3:_="">
    <xsd:import namespace="b16e42f6-d871-4fc1-a8fc-1f157027ccbe"/>
    <xsd:import namespace="65916689-acda-41fd-a239-758ae913ac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e42f6-d871-4fc1-a8fc-1f157027cc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78bbed4-fbb2-46c1-826f-e2ad6c1056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916689-acda-41fd-a239-758ae913ac7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f75776d7-e378-4038-aa6f-3aa1bea8d957}" ma:internalName="TaxCatchAll" ma:showField="CatchAllData" ma:web="65916689-acda-41fd-a239-758ae913ac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2ED00E-F7F6-4964-9CF5-AE459CAA9AF3}">
  <ds:schemaRefs>
    <ds:schemaRef ds:uri="65916689-acda-41fd-a239-758ae913ac7e"/>
    <ds:schemaRef ds:uri="b16e42f6-d871-4fc1-a8fc-1f157027ccbe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8912F03-EBCD-44FF-B1AC-982EBA4A50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F8C30A-3039-403C-9102-73341EB8E8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6e42f6-d871-4fc1-a8fc-1f157027ccbe"/>
    <ds:schemaRef ds:uri="65916689-acda-41fd-a239-758ae913ac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454</Words>
  <Application>Microsoft Macintosh PowerPoint</Application>
  <PresentationFormat>On-screen Show (16:9)</PresentationFormat>
  <Paragraphs>220</Paragraphs>
  <Slides>24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Poppins</vt:lpstr>
      <vt:lpstr>Courier New</vt:lpstr>
      <vt:lpstr>Arial</vt:lpstr>
      <vt:lpstr>Aptos</vt:lpstr>
      <vt:lpstr>Wingdings</vt:lpstr>
      <vt:lpstr>Office Theme</vt:lpstr>
      <vt:lpstr>think-cell Slide</vt:lpstr>
      <vt:lpstr>Aberdeen Slide Master</vt:lpstr>
      <vt:lpstr>Style Guide</vt:lpstr>
      <vt:lpstr>Using this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Standard Elements</vt:lpstr>
      <vt:lpstr>Sample 6 week plan</vt:lpstr>
      <vt:lpstr>Sample Workstream Planning</vt:lpstr>
      <vt:lpstr>Sample Org Chart</vt:lpstr>
      <vt:lpstr>Iconography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Erin Henn</dc:creator>
  <cp:lastModifiedBy>Erin Henn</cp:lastModifiedBy>
  <cp:revision>1</cp:revision>
  <dcterms:created xsi:type="dcterms:W3CDTF">2025-06-13T14:13:16Z</dcterms:created>
  <dcterms:modified xsi:type="dcterms:W3CDTF">2026-01-22T19:02:23Z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0x0101007C291BBE8FD7C84CA70CDF4C2868A289</vt:lpwstr>
  </property>
  <property fmtid="{D5CDD505-2E9C-101B-9397-08002B2CF9AE}" pid="3" name="MediaServiceImageTags">
    <vt:lpwstr/>
  </property>
</Properties>
</file>